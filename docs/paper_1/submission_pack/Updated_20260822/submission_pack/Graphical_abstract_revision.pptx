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755563" cy="5057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2" autoAdjust="0"/>
    <p:restoredTop sz="94660"/>
  </p:normalViewPr>
  <p:slideViewPr>
    <p:cSldViewPr snapToGrid="0">
      <p:cViewPr>
        <p:scale>
          <a:sx n="100" d="100"/>
          <a:sy n="100" d="100"/>
        </p:scale>
        <p:origin x="36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446" y="827743"/>
            <a:ext cx="9566672" cy="1760855"/>
          </a:xfrm>
        </p:spPr>
        <p:txBody>
          <a:bodyPr anchor="b"/>
          <a:lstStyle>
            <a:lvl1pPr algn="ctr">
              <a:defRPr sz="44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4446" y="2656503"/>
            <a:ext cx="9566672" cy="1221124"/>
          </a:xfrm>
        </p:spPr>
        <p:txBody>
          <a:bodyPr/>
          <a:lstStyle>
            <a:lvl1pPr marL="0" indent="0" algn="ctr">
              <a:buNone/>
              <a:defRPr sz="1770"/>
            </a:lvl1pPr>
            <a:lvl2pPr marL="337185" indent="0" algn="ctr">
              <a:buNone/>
              <a:defRPr sz="1475"/>
            </a:lvl2pPr>
            <a:lvl3pPr marL="674370" indent="0" algn="ctr">
              <a:buNone/>
              <a:defRPr sz="1328"/>
            </a:lvl3pPr>
            <a:lvl4pPr marL="1011555" indent="0" algn="ctr">
              <a:buNone/>
              <a:defRPr sz="1180"/>
            </a:lvl4pPr>
            <a:lvl5pPr marL="1348740" indent="0" algn="ctr">
              <a:buNone/>
              <a:defRPr sz="1180"/>
            </a:lvl5pPr>
            <a:lvl6pPr marL="1685925" indent="0" algn="ctr">
              <a:buNone/>
              <a:defRPr sz="1180"/>
            </a:lvl6pPr>
            <a:lvl7pPr marL="2023110" indent="0" algn="ctr">
              <a:buNone/>
              <a:defRPr sz="1180"/>
            </a:lvl7pPr>
            <a:lvl8pPr marL="2360295" indent="0" algn="ctr">
              <a:buNone/>
              <a:defRPr sz="1180"/>
            </a:lvl8pPr>
            <a:lvl9pPr marL="2697480" indent="0" algn="ctr">
              <a:buNone/>
              <a:defRPr sz="118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36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821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301" y="1260932"/>
            <a:ext cx="11001673" cy="2103894"/>
          </a:xfrm>
        </p:spPr>
        <p:txBody>
          <a:bodyPr anchor="b"/>
          <a:lstStyle>
            <a:lvl1pPr>
              <a:defRPr sz="44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0301" y="3384729"/>
            <a:ext cx="11001673" cy="1106388"/>
          </a:xfrm>
        </p:spPr>
        <p:txBody>
          <a:bodyPr/>
          <a:lstStyle>
            <a:lvl1pPr marL="0" indent="0">
              <a:buNone/>
              <a:defRPr sz="1770">
                <a:solidFill>
                  <a:schemeClr val="tx1">
                    <a:tint val="82000"/>
                  </a:schemeClr>
                </a:solidFill>
              </a:defRPr>
            </a:lvl1pPr>
            <a:lvl2pPr marL="337185" indent="0">
              <a:buNone/>
              <a:defRPr sz="1475">
                <a:solidFill>
                  <a:schemeClr val="tx1">
                    <a:tint val="82000"/>
                  </a:schemeClr>
                </a:solidFill>
              </a:defRPr>
            </a:lvl2pPr>
            <a:lvl3pPr marL="674370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3pPr>
            <a:lvl4pPr marL="101155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4pPr>
            <a:lvl5pPr marL="134874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5pPr>
            <a:lvl6pPr marL="168592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6pPr>
            <a:lvl7pPr marL="202311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7pPr>
            <a:lvl8pPr marL="236029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8pPr>
            <a:lvl9pPr marL="269748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84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6945" y="1346398"/>
            <a:ext cx="5421114" cy="32091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7504" y="1346398"/>
            <a:ext cx="5421114" cy="32091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63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606" y="269280"/>
            <a:ext cx="11001673" cy="97760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8607" y="1239858"/>
            <a:ext cx="5396201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8607" y="1847493"/>
            <a:ext cx="5396201" cy="27173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7504" y="1239858"/>
            <a:ext cx="5422776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7504" y="1847493"/>
            <a:ext cx="5422776" cy="27173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510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12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5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607" y="337185"/>
            <a:ext cx="4114001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2776" y="728227"/>
            <a:ext cx="6457504" cy="3594298"/>
          </a:xfrm>
        </p:spPr>
        <p:txBody>
          <a:bodyPr/>
          <a:lstStyle>
            <a:lvl1pPr>
              <a:defRPr sz="2360"/>
            </a:lvl1pPr>
            <a:lvl2pPr>
              <a:defRPr sz="2065"/>
            </a:lvl2pPr>
            <a:lvl3pPr>
              <a:defRPr sz="177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607" y="1517333"/>
            <a:ext cx="4114001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0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607" y="337185"/>
            <a:ext cx="4114001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22776" y="728227"/>
            <a:ext cx="6457504" cy="3594298"/>
          </a:xfrm>
        </p:spPr>
        <p:txBody>
          <a:bodyPr anchor="t"/>
          <a:lstStyle>
            <a:lvl1pPr marL="0" indent="0">
              <a:buNone/>
              <a:defRPr sz="2360"/>
            </a:lvl1pPr>
            <a:lvl2pPr marL="337185" indent="0">
              <a:buNone/>
              <a:defRPr sz="2065"/>
            </a:lvl2pPr>
            <a:lvl3pPr marL="674370" indent="0">
              <a:buNone/>
              <a:defRPr sz="1770"/>
            </a:lvl3pPr>
            <a:lvl4pPr marL="1011555" indent="0">
              <a:buNone/>
              <a:defRPr sz="1475"/>
            </a:lvl4pPr>
            <a:lvl5pPr marL="1348740" indent="0">
              <a:buNone/>
              <a:defRPr sz="1475"/>
            </a:lvl5pPr>
            <a:lvl6pPr marL="1685925" indent="0">
              <a:buNone/>
              <a:defRPr sz="1475"/>
            </a:lvl6pPr>
            <a:lvl7pPr marL="2023110" indent="0">
              <a:buNone/>
              <a:defRPr sz="1475"/>
            </a:lvl7pPr>
            <a:lvl8pPr marL="2360295" indent="0">
              <a:buNone/>
              <a:defRPr sz="1475"/>
            </a:lvl8pPr>
            <a:lvl9pPr marL="2697480" indent="0">
              <a:buNone/>
              <a:defRPr sz="14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607" y="1517333"/>
            <a:ext cx="4114001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141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6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8200" y="269279"/>
            <a:ext cx="2750418" cy="428623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6945" y="269279"/>
            <a:ext cx="8091810" cy="428623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083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6945" y="269280"/>
            <a:ext cx="11001673" cy="9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6945" y="1346398"/>
            <a:ext cx="11001673" cy="320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6945" y="4687808"/>
            <a:ext cx="2870002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167A2-B9F8-4899-8824-83DCD60E47A9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5280" y="4687808"/>
            <a:ext cx="4305003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08616" y="4687808"/>
            <a:ext cx="2870002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15BE3-A7AF-4727-8F30-F6DE49BCF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69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4370" rtl="0" eaLnBrk="1" latinLnBrk="0" hangingPunct="1">
        <a:lnSpc>
          <a:spcPct val="90000"/>
        </a:lnSpc>
        <a:spcBef>
          <a:spcPct val="0"/>
        </a:spcBef>
        <a:buNone/>
        <a:defRPr sz="32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593" indent="-168593" algn="l" defTabSz="67437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1pPr>
      <a:lvl2pPr marL="50577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4296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8014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51733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85451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19170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52888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86607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1pPr>
      <a:lvl2pPr marL="33718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2pPr>
      <a:lvl3pPr marL="67437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3pPr>
      <a:lvl4pPr marL="101155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34874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68592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02311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36029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69748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59BEC24-DB41-4DCD-1CBE-5E22E93DD092}"/>
              </a:ext>
            </a:extLst>
          </p:cNvPr>
          <p:cNvSpPr/>
          <p:nvPr/>
        </p:nvSpPr>
        <p:spPr>
          <a:xfrm>
            <a:off x="7601319" y="5761507"/>
            <a:ext cx="4628928" cy="2379338"/>
          </a:xfrm>
          <a:prstGeom prst="rect">
            <a:avLst/>
          </a:prstGeom>
          <a:solidFill>
            <a:srgbClr val="0000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56E6FB6D-8F8C-5C89-CD1F-5ECA8A049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420376"/>
              </p:ext>
            </p:extLst>
          </p:nvPr>
        </p:nvGraphicFramePr>
        <p:xfrm>
          <a:off x="12248" y="640999"/>
          <a:ext cx="12191001" cy="591220"/>
        </p:xfrm>
        <a:graphic>
          <a:graphicData uri="http://schemas.openxmlformats.org/drawingml/2006/table">
            <a:tbl>
              <a:tblPr firstRow="1" bandRow="1"/>
              <a:tblGrid>
                <a:gridCol w="4063667">
                  <a:extLst>
                    <a:ext uri="{9D8B030D-6E8A-4147-A177-3AD203B41FA5}">
                      <a16:colId xmlns:a16="http://schemas.microsoft.com/office/drawing/2014/main" val="341788061"/>
                    </a:ext>
                  </a:extLst>
                </a:gridCol>
                <a:gridCol w="4063667">
                  <a:extLst>
                    <a:ext uri="{9D8B030D-6E8A-4147-A177-3AD203B41FA5}">
                      <a16:colId xmlns:a16="http://schemas.microsoft.com/office/drawing/2014/main" val="1098570312"/>
                    </a:ext>
                  </a:extLst>
                </a:gridCol>
                <a:gridCol w="4063667">
                  <a:extLst>
                    <a:ext uri="{9D8B030D-6E8A-4147-A177-3AD203B41FA5}">
                      <a16:colId xmlns:a16="http://schemas.microsoft.com/office/drawing/2014/main" val="1522819425"/>
                    </a:ext>
                  </a:extLst>
                </a:gridCol>
              </a:tblGrid>
              <a:tr h="591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L1 - Copperplate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L2 - 7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aggregated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Nodes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L3/L3</a:t>
                      </a:r>
                      <a:r>
                        <a:rPr lang="de-DE" b="1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/L3</a:t>
                      </a:r>
                      <a:r>
                        <a:rPr lang="de-DE" b="1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- 15 Nodes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83230"/>
                  </a:ext>
                </a:extLst>
              </a:tr>
            </a:tbl>
          </a:graphicData>
        </a:graphic>
      </p:graphicFrame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8C3E394-3A91-7255-78C8-594D6F78BEB9}"/>
              </a:ext>
            </a:extLst>
          </p:cNvPr>
          <p:cNvGrpSpPr/>
          <p:nvPr/>
        </p:nvGrpSpPr>
        <p:grpSpPr>
          <a:xfrm>
            <a:off x="194524" y="1458982"/>
            <a:ext cx="3437437" cy="2324735"/>
            <a:chOff x="264164" y="-107546"/>
            <a:chExt cx="3437437" cy="2324735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2B40595D-361B-13F2-0490-14AEB8C6957D}"/>
                </a:ext>
              </a:extLst>
            </p:cNvPr>
            <p:cNvGrpSpPr/>
            <p:nvPr/>
          </p:nvGrpSpPr>
          <p:grpSpPr>
            <a:xfrm>
              <a:off x="2496905" y="835635"/>
              <a:ext cx="437973" cy="438865"/>
              <a:chOff x="1652355" y="2376219"/>
              <a:chExt cx="713901" cy="475364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3BD7F534-23CF-E9E7-5740-4A59F8C43A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9883" y="2376219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92DA79EB-B23C-C874-0038-D071938474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355" y="2433423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11AEFF16-2B81-7BF3-D034-45581BE80BE9}"/>
                </a:ext>
              </a:extLst>
            </p:cNvPr>
            <p:cNvGrpSpPr/>
            <p:nvPr/>
          </p:nvGrpSpPr>
          <p:grpSpPr>
            <a:xfrm rot="17127631">
              <a:off x="1585636" y="758068"/>
              <a:ext cx="702636" cy="701799"/>
              <a:chOff x="1794434" y="2374077"/>
              <a:chExt cx="519031" cy="560278"/>
            </a:xfrm>
          </p:grpSpPr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E72A47EF-BDCE-725C-2E82-F86CCC5DC558}"/>
                  </a:ext>
                </a:extLst>
              </p:cNvPr>
              <p:cNvCxnSpPr>
                <a:cxnSpLocks/>
              </p:cNvCxnSpPr>
              <p:nvPr/>
            </p:nvCxnSpPr>
            <p:spPr>
              <a:xfrm rot="4472369" flipH="1">
                <a:off x="1849428" y="2402057"/>
                <a:ext cx="492018" cy="436057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Gerader Verbinder 65">
                <a:extLst>
                  <a:ext uri="{FF2B5EF4-FFF2-40B4-BE49-F238E27FC236}">
                    <a16:creationId xmlns:a16="http://schemas.microsoft.com/office/drawing/2014/main" id="{5BB5A188-648B-5544-F8D6-0C0867037773}"/>
                  </a:ext>
                </a:extLst>
              </p:cNvPr>
              <p:cNvCxnSpPr>
                <a:cxnSpLocks/>
                <a:endCxn id="20" idx="3"/>
              </p:cNvCxnSpPr>
              <p:nvPr/>
            </p:nvCxnSpPr>
            <p:spPr>
              <a:xfrm rot="4472369" flipH="1">
                <a:off x="1767034" y="2402519"/>
                <a:ext cx="559236" cy="50443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7F614B76-A5B8-F076-7487-60BC2F8CB7FF}"/>
                </a:ext>
              </a:extLst>
            </p:cNvPr>
            <p:cNvGrpSpPr/>
            <p:nvPr/>
          </p:nvGrpSpPr>
          <p:grpSpPr>
            <a:xfrm rot="19784728">
              <a:off x="1599906" y="576515"/>
              <a:ext cx="713901" cy="475364"/>
              <a:chOff x="1652355" y="2376219"/>
              <a:chExt cx="713901" cy="475364"/>
            </a:xfrm>
          </p:grpSpPr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D38AE98B-B17E-9271-FF8E-164197E718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9883" y="2376219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B1A01E3C-809F-04AB-1BD4-225C0C26C1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52355" y="2433423"/>
                <a:ext cx="706373" cy="41816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CFCE6549-8798-BC1D-7F70-CD04F3295094}"/>
                </a:ext>
              </a:extLst>
            </p:cNvPr>
            <p:cNvSpPr/>
            <p:nvPr/>
          </p:nvSpPr>
          <p:spPr>
            <a:xfrm>
              <a:off x="986027" y="617913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87A3CB69-657D-8343-3B9B-56D579200715}"/>
                </a:ext>
              </a:extLst>
            </p:cNvPr>
            <p:cNvSpPr/>
            <p:nvPr/>
          </p:nvSpPr>
          <p:spPr>
            <a:xfrm>
              <a:off x="999408" y="4069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3" name="ee4p_icon_group">
              <a:extLst>
                <a:ext uri="{FF2B5EF4-FFF2-40B4-BE49-F238E27FC236}">
                  <a16:creationId xmlns:a16="http://schemas.microsoft.com/office/drawing/2014/main" id="{2DB6AE24-C79F-F95F-F9B6-305349B7A7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85609" y="78296"/>
              <a:ext cx="219012" cy="219012"/>
              <a:chOff x="4031948" y="2889067"/>
              <a:chExt cx="1080000" cy="1079999"/>
            </a:xfrm>
            <a:solidFill>
              <a:sysClr val="windowText" lastClr="000000">
                <a:lumMod val="95000"/>
                <a:lumOff val="5000"/>
              </a:sysClr>
            </a:solidFill>
          </p:grpSpPr>
          <p:grpSp>
            <p:nvGrpSpPr>
              <p:cNvPr id="57" name="ee4p_icon_frame">
                <a:extLst>
                  <a:ext uri="{FF2B5EF4-FFF2-40B4-BE49-F238E27FC236}">
                    <a16:creationId xmlns:a16="http://schemas.microsoft.com/office/drawing/2014/main" id="{C3CDF177-3A4E-A587-038E-FA3DA8C520E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1948" y="2889067"/>
                <a:ext cx="1080000" cy="1079999"/>
                <a:chOff x="4737100" y="1701800"/>
                <a:chExt cx="1098550" cy="1098550"/>
              </a:xfrm>
              <a:grpFill/>
            </p:grpSpPr>
            <p:cxnSp>
              <p:nvCxnSpPr>
                <p:cNvPr id="59" name="ee4p_icon_frame_top">
                  <a:extLst>
                    <a:ext uri="{FF2B5EF4-FFF2-40B4-BE49-F238E27FC236}">
                      <a16:creationId xmlns:a16="http://schemas.microsoft.com/office/drawing/2014/main" id="{1B67312D-7B2F-D624-EDE2-D6D3105CB33A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60" name="ee4p_icon_frame_bottom">
                  <a:extLst>
                    <a:ext uri="{FF2B5EF4-FFF2-40B4-BE49-F238E27FC236}">
                      <a16:creationId xmlns:a16="http://schemas.microsoft.com/office/drawing/2014/main" id="{0744536E-E397-E8FA-7640-3D91B63E890B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61" name="ee4p_icon_frame_left">
                  <a:extLst>
                    <a:ext uri="{FF2B5EF4-FFF2-40B4-BE49-F238E27FC236}">
                      <a16:creationId xmlns:a16="http://schemas.microsoft.com/office/drawing/2014/main" id="{D7972086-A77F-B78A-62BF-EF030B9ECC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62" name="ee4p_icon_frame_right">
                  <a:extLst>
                    <a:ext uri="{FF2B5EF4-FFF2-40B4-BE49-F238E27FC236}">
                      <a16:creationId xmlns:a16="http://schemas.microsoft.com/office/drawing/2014/main" id="{D98B5734-FB64-72AF-E564-BE2EE29C53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58" name="ee4p_icon">
                <a:extLst>
                  <a:ext uri="{FF2B5EF4-FFF2-40B4-BE49-F238E27FC236}">
                    <a16:creationId xmlns:a16="http://schemas.microsoft.com/office/drawing/2014/main" id="{5DDF8408-18A9-952B-20E2-42DC2328EB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3790" y="2933155"/>
                <a:ext cx="1016317" cy="991821"/>
              </a:xfrm>
              <a:custGeom>
                <a:avLst/>
                <a:gdLst>
                  <a:gd name="connsiteX0" fmla="*/ 719165 w 1016317"/>
                  <a:gd name="connsiteY0" fmla="*/ 485922 h 991821"/>
                  <a:gd name="connsiteX1" fmla="*/ 719572 w 1016317"/>
                  <a:gd name="connsiteY1" fmla="*/ 506242 h 991821"/>
                  <a:gd name="connsiteX2" fmla="*/ 966799 w 1016317"/>
                  <a:gd name="connsiteY2" fmla="*/ 576515 h 991821"/>
                  <a:gd name="connsiteX3" fmla="*/ 992707 w 1016317"/>
                  <a:gd name="connsiteY3" fmla="*/ 695624 h 991821"/>
                  <a:gd name="connsiteX4" fmla="*/ 798413 w 1016317"/>
                  <a:gd name="connsiteY4" fmla="*/ 955246 h 991821"/>
                  <a:gd name="connsiteX5" fmla="*/ 673310 w 1016317"/>
                  <a:gd name="connsiteY5" fmla="*/ 958429 h 991821"/>
                  <a:gd name="connsiteX6" fmla="*/ 625693 w 1016317"/>
                  <a:gd name="connsiteY6" fmla="*/ 819915 h 991821"/>
                  <a:gd name="connsiteX7" fmla="*/ 565919 w 1016317"/>
                  <a:gd name="connsiteY7" fmla="*/ 646382 h 991821"/>
                  <a:gd name="connsiteX8" fmla="*/ 643406 w 1016317"/>
                  <a:gd name="connsiteY8" fmla="*/ 490534 h 991821"/>
                  <a:gd name="connsiteX9" fmla="*/ 627488 w 1016317"/>
                  <a:gd name="connsiteY9" fmla="*/ 459032 h 991821"/>
                  <a:gd name="connsiteX10" fmla="*/ 748325 w 1016317"/>
                  <a:gd name="connsiteY10" fmla="*/ 321838 h 991821"/>
                  <a:gd name="connsiteX11" fmla="*/ 856224 w 1016317"/>
                  <a:gd name="connsiteY11" fmla="*/ 201205 h 991821"/>
                  <a:gd name="connsiteX12" fmla="*/ 787441 w 1016317"/>
                  <a:gd name="connsiteY12" fmla="*/ 73900 h 991821"/>
                  <a:gd name="connsiteX13" fmla="*/ 447623 w 1016317"/>
                  <a:gd name="connsiteY13" fmla="*/ 20831 h 991821"/>
                  <a:gd name="connsiteX14" fmla="*/ 331832 w 1016317"/>
                  <a:gd name="connsiteY14" fmla="*/ 191417 h 991821"/>
                  <a:gd name="connsiteX15" fmla="*/ 352152 w 1016317"/>
                  <a:gd name="connsiteY15" fmla="*/ 189927 h 991821"/>
                  <a:gd name="connsiteX16" fmla="*/ 454023 w 1016317"/>
                  <a:gd name="connsiteY16" fmla="*/ 40135 h 991821"/>
                  <a:gd name="connsiteX17" fmla="*/ 774436 w 1016317"/>
                  <a:gd name="connsiteY17" fmla="*/ 89445 h 991821"/>
                  <a:gd name="connsiteX18" fmla="*/ 836107 w 1016317"/>
                  <a:gd name="connsiteY18" fmla="*/ 198428 h 991821"/>
                  <a:gd name="connsiteX19" fmla="*/ 736234 w 1016317"/>
                  <a:gd name="connsiteY19" fmla="*/ 305582 h 991821"/>
                  <a:gd name="connsiteX20" fmla="*/ 611165 w 1016317"/>
                  <a:gd name="connsiteY20" fmla="*/ 440032 h 991821"/>
                  <a:gd name="connsiteX21" fmla="*/ 452838 w 1016317"/>
                  <a:gd name="connsiteY21" fmla="*/ 430956 h 991821"/>
                  <a:gd name="connsiteX22" fmla="*/ 374775 w 1016317"/>
                  <a:gd name="connsiteY22" fmla="*/ 284246 h 991821"/>
                  <a:gd name="connsiteX23" fmla="*/ 355810 w 1016317"/>
                  <a:gd name="connsiteY23" fmla="*/ 291425 h 991821"/>
                  <a:gd name="connsiteX24" fmla="*/ 437598 w 1016317"/>
                  <a:gd name="connsiteY24" fmla="*/ 444604 h 991821"/>
                  <a:gd name="connsiteX25" fmla="*/ 412638 w 1016317"/>
                  <a:gd name="connsiteY25" fmla="*/ 482941 h 991821"/>
                  <a:gd name="connsiteX26" fmla="*/ 231960 w 1016317"/>
                  <a:gd name="connsiteY26" fmla="*/ 455543 h 991821"/>
                  <a:gd name="connsiteX27" fmla="*/ 72211 w 1016317"/>
                  <a:gd name="connsiteY27" fmla="*/ 430211 h 991821"/>
                  <a:gd name="connsiteX28" fmla="*/ 2310 w 1016317"/>
                  <a:gd name="connsiteY28" fmla="*/ 556805 h 991821"/>
                  <a:gd name="connsiteX29" fmla="*/ 141603 w 1016317"/>
                  <a:gd name="connsiteY29" fmla="*/ 871290 h 991821"/>
                  <a:gd name="connsiteX30" fmla="*/ 247708 w 1016317"/>
                  <a:gd name="connsiteY30" fmla="*/ 913421 h 991821"/>
                  <a:gd name="connsiteX31" fmla="*/ 353575 w 1016317"/>
                  <a:gd name="connsiteY31" fmla="*/ 871765 h 991821"/>
                  <a:gd name="connsiteX32" fmla="*/ 340875 w 1016317"/>
                  <a:gd name="connsiteY32" fmla="*/ 855915 h 991821"/>
                  <a:gd name="connsiteX33" fmla="*/ 154371 w 1016317"/>
                  <a:gd name="connsiteY33" fmla="*/ 855644 h 991821"/>
                  <a:gd name="connsiteX34" fmla="*/ 22460 w 1016317"/>
                  <a:gd name="connsiteY34" fmla="*/ 559446 h 991821"/>
                  <a:gd name="connsiteX35" fmla="*/ 80677 w 1016317"/>
                  <a:gd name="connsiteY35" fmla="*/ 448634 h 991821"/>
                  <a:gd name="connsiteX36" fmla="*/ 224848 w 1016317"/>
                  <a:gd name="connsiteY36" fmla="*/ 474610 h 991821"/>
                  <a:gd name="connsiteX37" fmla="*/ 405492 w 1016317"/>
                  <a:gd name="connsiteY37" fmla="*/ 507054 h 991821"/>
                  <a:gd name="connsiteX38" fmla="*/ 483623 w 1016317"/>
                  <a:gd name="connsiteY38" fmla="*/ 645095 h 991821"/>
                  <a:gd name="connsiteX39" fmla="*/ 399938 w 1016317"/>
                  <a:gd name="connsiteY39" fmla="*/ 793567 h 991821"/>
                  <a:gd name="connsiteX40" fmla="*/ 416127 w 1016317"/>
                  <a:gd name="connsiteY40" fmla="*/ 805826 h 991821"/>
                  <a:gd name="connsiteX41" fmla="*/ 503367 w 1016317"/>
                  <a:gd name="connsiteY41" fmla="*/ 650615 h 991821"/>
                  <a:gd name="connsiteX42" fmla="*/ 526633 w 1016317"/>
                  <a:gd name="connsiteY42" fmla="*/ 652851 h 991821"/>
                  <a:gd name="connsiteX43" fmla="*/ 541501 w 1016317"/>
                  <a:gd name="connsiteY43" fmla="*/ 651936 h 991821"/>
                  <a:gd name="connsiteX44" fmla="*/ 605848 w 1016317"/>
                  <a:gd name="connsiteY44" fmla="*/ 823031 h 991821"/>
                  <a:gd name="connsiteX45" fmla="*/ 661626 w 1016317"/>
                  <a:gd name="connsiteY45" fmla="*/ 974889 h 991821"/>
                  <a:gd name="connsiteX46" fmla="*/ 723297 w 1016317"/>
                  <a:gd name="connsiteY46" fmla="*/ 991822 h 991821"/>
                  <a:gd name="connsiteX47" fmla="*/ 806237 w 1016317"/>
                  <a:gd name="connsiteY47" fmla="*/ 974076 h 991821"/>
                  <a:gd name="connsiteX48" fmla="*/ 1012823 w 1016317"/>
                  <a:gd name="connsiteY48" fmla="*/ 699045 h 991821"/>
                  <a:gd name="connsiteX49" fmla="*/ 982343 w 1016317"/>
                  <a:gd name="connsiteY49" fmla="*/ 563205 h 991821"/>
                  <a:gd name="connsiteX50" fmla="*/ 719165 w 1016317"/>
                  <a:gd name="connsiteY50" fmla="*/ 485922 h 991821"/>
                  <a:gd name="connsiteX51" fmla="*/ 423713 w 1016317"/>
                  <a:gd name="connsiteY51" fmla="*/ 529711 h 991821"/>
                  <a:gd name="connsiteX52" fmla="*/ 526633 w 1016317"/>
                  <a:gd name="connsiteY52" fmla="*/ 426723 h 991821"/>
                  <a:gd name="connsiteX53" fmla="*/ 629622 w 1016317"/>
                  <a:gd name="connsiteY53" fmla="*/ 529644 h 991821"/>
                  <a:gd name="connsiteX54" fmla="*/ 526701 w 1016317"/>
                  <a:gd name="connsiteY54" fmla="*/ 632632 h 991821"/>
                  <a:gd name="connsiteX55" fmla="*/ 526633 w 1016317"/>
                  <a:gd name="connsiteY55" fmla="*/ 632632 h 991821"/>
                  <a:gd name="connsiteX56" fmla="*/ 423713 w 1016317"/>
                  <a:gd name="connsiteY56" fmla="*/ 529711 h 991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16317" h="991821">
                    <a:moveTo>
                      <a:pt x="719165" y="485922"/>
                    </a:moveTo>
                    <a:lnTo>
                      <a:pt x="719572" y="506242"/>
                    </a:lnTo>
                    <a:cubicBezTo>
                      <a:pt x="788321" y="504921"/>
                      <a:pt x="911765" y="512270"/>
                      <a:pt x="966799" y="576515"/>
                    </a:cubicBezTo>
                    <a:cubicBezTo>
                      <a:pt x="992503" y="606453"/>
                      <a:pt x="1001207" y="646551"/>
                      <a:pt x="992707" y="695624"/>
                    </a:cubicBezTo>
                    <a:cubicBezTo>
                      <a:pt x="961414" y="875964"/>
                      <a:pt x="836107" y="939938"/>
                      <a:pt x="798413" y="955246"/>
                    </a:cubicBezTo>
                    <a:cubicBezTo>
                      <a:pt x="748054" y="975735"/>
                      <a:pt x="698913" y="976988"/>
                      <a:pt x="673310" y="958429"/>
                    </a:cubicBezTo>
                    <a:cubicBezTo>
                      <a:pt x="643846" y="937127"/>
                      <a:pt x="635041" y="880197"/>
                      <a:pt x="625693" y="819915"/>
                    </a:cubicBezTo>
                    <a:cubicBezTo>
                      <a:pt x="615533" y="753739"/>
                      <a:pt x="604832" y="685600"/>
                      <a:pt x="565919" y="646382"/>
                    </a:cubicBezTo>
                    <a:cubicBezTo>
                      <a:pt x="630354" y="624745"/>
                      <a:pt x="665047" y="554966"/>
                      <a:pt x="643406" y="490534"/>
                    </a:cubicBezTo>
                    <a:cubicBezTo>
                      <a:pt x="639643" y="479321"/>
                      <a:pt x="634279" y="468714"/>
                      <a:pt x="627488" y="459032"/>
                    </a:cubicBezTo>
                    <a:cubicBezTo>
                      <a:pt x="635345" y="406606"/>
                      <a:pt x="692749" y="363528"/>
                      <a:pt x="748325" y="321838"/>
                    </a:cubicBezTo>
                    <a:cubicBezTo>
                      <a:pt x="800716" y="282654"/>
                      <a:pt x="850263" y="245604"/>
                      <a:pt x="856224" y="201205"/>
                    </a:cubicBezTo>
                    <a:cubicBezTo>
                      <a:pt x="861575" y="162529"/>
                      <a:pt x="835193" y="113727"/>
                      <a:pt x="787441" y="73900"/>
                    </a:cubicBezTo>
                    <a:cubicBezTo>
                      <a:pt x="698676" y="-133"/>
                      <a:pt x="571642" y="-19945"/>
                      <a:pt x="447623" y="20831"/>
                    </a:cubicBezTo>
                    <a:cubicBezTo>
                      <a:pt x="365564" y="47924"/>
                      <a:pt x="325533" y="106818"/>
                      <a:pt x="331832" y="191417"/>
                    </a:cubicBezTo>
                    <a:lnTo>
                      <a:pt x="352152" y="189927"/>
                    </a:lnTo>
                    <a:cubicBezTo>
                      <a:pt x="346463" y="113558"/>
                      <a:pt x="379788" y="64620"/>
                      <a:pt x="454023" y="40135"/>
                    </a:cubicBezTo>
                    <a:cubicBezTo>
                      <a:pt x="627827" y="-17032"/>
                      <a:pt x="743211" y="63469"/>
                      <a:pt x="774436" y="89445"/>
                    </a:cubicBezTo>
                    <a:cubicBezTo>
                      <a:pt x="816397" y="124361"/>
                      <a:pt x="840408" y="167101"/>
                      <a:pt x="836107" y="198428"/>
                    </a:cubicBezTo>
                    <a:cubicBezTo>
                      <a:pt x="831129" y="234428"/>
                      <a:pt x="785036" y="268938"/>
                      <a:pt x="736234" y="305582"/>
                    </a:cubicBezTo>
                    <a:cubicBezTo>
                      <a:pt x="682657" y="345781"/>
                      <a:pt x="627455" y="387200"/>
                      <a:pt x="611165" y="440032"/>
                    </a:cubicBezTo>
                    <a:cubicBezTo>
                      <a:pt x="567643" y="398847"/>
                      <a:pt x="500780" y="395017"/>
                      <a:pt x="452838" y="430956"/>
                    </a:cubicBezTo>
                    <a:cubicBezTo>
                      <a:pt x="438038" y="409417"/>
                      <a:pt x="399735" y="350523"/>
                      <a:pt x="374775" y="284246"/>
                    </a:cubicBezTo>
                    <a:lnTo>
                      <a:pt x="355810" y="291425"/>
                    </a:lnTo>
                    <a:cubicBezTo>
                      <a:pt x="382700" y="362782"/>
                      <a:pt x="423340" y="424183"/>
                      <a:pt x="437598" y="444604"/>
                    </a:cubicBezTo>
                    <a:cubicBezTo>
                      <a:pt x="426971" y="455723"/>
                      <a:pt x="418504" y="468724"/>
                      <a:pt x="412638" y="482941"/>
                    </a:cubicBezTo>
                    <a:cubicBezTo>
                      <a:pt x="364311" y="504650"/>
                      <a:pt x="297085" y="479724"/>
                      <a:pt x="231960" y="455543"/>
                    </a:cubicBezTo>
                    <a:cubicBezTo>
                      <a:pt x="170695" y="432785"/>
                      <a:pt x="112851" y="411313"/>
                      <a:pt x="72211" y="430211"/>
                    </a:cubicBezTo>
                    <a:cubicBezTo>
                      <a:pt x="36684" y="446670"/>
                      <a:pt x="9930" y="495201"/>
                      <a:pt x="2310" y="556805"/>
                    </a:cubicBezTo>
                    <a:cubicBezTo>
                      <a:pt x="-11914" y="671511"/>
                      <a:pt x="40173" y="789062"/>
                      <a:pt x="141603" y="871290"/>
                    </a:cubicBezTo>
                    <a:cubicBezTo>
                      <a:pt x="176249" y="899366"/>
                      <a:pt x="211944" y="913421"/>
                      <a:pt x="247708" y="913421"/>
                    </a:cubicBezTo>
                    <a:cubicBezTo>
                      <a:pt x="283471" y="913421"/>
                      <a:pt x="318828" y="899535"/>
                      <a:pt x="353575" y="871765"/>
                    </a:cubicBezTo>
                    <a:lnTo>
                      <a:pt x="340875" y="855915"/>
                    </a:lnTo>
                    <a:cubicBezTo>
                      <a:pt x="278763" y="905631"/>
                      <a:pt x="216042" y="905631"/>
                      <a:pt x="154371" y="855644"/>
                    </a:cubicBezTo>
                    <a:cubicBezTo>
                      <a:pt x="12131" y="740497"/>
                      <a:pt x="17482" y="599781"/>
                      <a:pt x="22460" y="559446"/>
                    </a:cubicBezTo>
                    <a:cubicBezTo>
                      <a:pt x="29234" y="505429"/>
                      <a:pt x="51992" y="461944"/>
                      <a:pt x="80677" y="448634"/>
                    </a:cubicBezTo>
                    <a:cubicBezTo>
                      <a:pt x="113629" y="433327"/>
                      <a:pt x="167647" y="453376"/>
                      <a:pt x="224848" y="474610"/>
                    </a:cubicBezTo>
                    <a:cubicBezTo>
                      <a:pt x="287603" y="497910"/>
                      <a:pt x="352254" y="522024"/>
                      <a:pt x="405492" y="507054"/>
                    </a:cubicBezTo>
                    <a:cubicBezTo>
                      <a:pt x="394472" y="565952"/>
                      <a:pt x="427455" y="624226"/>
                      <a:pt x="483623" y="645095"/>
                    </a:cubicBezTo>
                    <a:cubicBezTo>
                      <a:pt x="473293" y="669716"/>
                      <a:pt x="443559" y="735892"/>
                      <a:pt x="399938" y="793567"/>
                    </a:cubicBezTo>
                    <a:lnTo>
                      <a:pt x="416127" y="805826"/>
                    </a:lnTo>
                    <a:cubicBezTo>
                      <a:pt x="463066" y="743749"/>
                      <a:pt x="493681" y="674187"/>
                      <a:pt x="503367" y="650615"/>
                    </a:cubicBezTo>
                    <a:cubicBezTo>
                      <a:pt x="511034" y="652099"/>
                      <a:pt x="518824" y="652847"/>
                      <a:pt x="526633" y="652851"/>
                    </a:cubicBezTo>
                    <a:cubicBezTo>
                      <a:pt x="531602" y="652837"/>
                      <a:pt x="536567" y="652532"/>
                      <a:pt x="541501" y="651936"/>
                    </a:cubicBezTo>
                    <a:cubicBezTo>
                      <a:pt x="584037" y="683534"/>
                      <a:pt x="595078" y="754417"/>
                      <a:pt x="605848" y="823031"/>
                    </a:cubicBezTo>
                    <a:cubicBezTo>
                      <a:pt x="616008" y="887614"/>
                      <a:pt x="625321" y="948608"/>
                      <a:pt x="661626" y="974889"/>
                    </a:cubicBezTo>
                    <a:cubicBezTo>
                      <a:pt x="677239" y="986200"/>
                      <a:pt x="698676" y="991822"/>
                      <a:pt x="723297" y="991822"/>
                    </a:cubicBezTo>
                    <a:cubicBezTo>
                      <a:pt x="751820" y="991236"/>
                      <a:pt x="779970" y="985211"/>
                      <a:pt x="806237" y="974076"/>
                    </a:cubicBezTo>
                    <a:cubicBezTo>
                      <a:pt x="913255" y="930523"/>
                      <a:pt x="990505" y="827738"/>
                      <a:pt x="1012823" y="699045"/>
                    </a:cubicBezTo>
                    <a:cubicBezTo>
                      <a:pt x="1022441" y="643673"/>
                      <a:pt x="1012180" y="597987"/>
                      <a:pt x="982343" y="563205"/>
                    </a:cubicBezTo>
                    <a:cubicBezTo>
                      <a:pt x="924770" y="496251"/>
                      <a:pt x="807456" y="484161"/>
                      <a:pt x="719165" y="485922"/>
                    </a:cubicBezTo>
                    <a:close/>
                    <a:moveTo>
                      <a:pt x="423713" y="529711"/>
                    </a:moveTo>
                    <a:cubicBezTo>
                      <a:pt x="423692" y="472853"/>
                      <a:pt x="469775" y="426743"/>
                      <a:pt x="526633" y="426723"/>
                    </a:cubicBezTo>
                    <a:cubicBezTo>
                      <a:pt x="583492" y="426702"/>
                      <a:pt x="629602" y="472785"/>
                      <a:pt x="629622" y="529644"/>
                    </a:cubicBezTo>
                    <a:cubicBezTo>
                      <a:pt x="629642" y="586502"/>
                      <a:pt x="583560" y="632612"/>
                      <a:pt x="526701" y="632632"/>
                    </a:cubicBezTo>
                    <a:cubicBezTo>
                      <a:pt x="526678" y="632632"/>
                      <a:pt x="526657" y="632632"/>
                      <a:pt x="526633" y="632632"/>
                    </a:cubicBezTo>
                    <a:cubicBezTo>
                      <a:pt x="469815" y="632575"/>
                      <a:pt x="423770" y="586529"/>
                      <a:pt x="423713" y="529711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3097E5E-557F-D1B8-FFA1-EC088F24A46E}"/>
                </a:ext>
              </a:extLst>
            </p:cNvPr>
            <p:cNvSpPr/>
            <p:nvPr/>
          </p:nvSpPr>
          <p:spPr>
            <a:xfrm>
              <a:off x="1041291" y="42524"/>
              <a:ext cx="307648" cy="290557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1B1159C-EC0C-C2DB-33A9-3D84675020E9}"/>
                </a:ext>
              </a:extLst>
            </p:cNvPr>
            <p:cNvCxnSpPr>
              <a:cxnSpLocks/>
            </p:cNvCxnSpPr>
            <p:nvPr/>
          </p:nvCxnSpPr>
          <p:spPr>
            <a:xfrm>
              <a:off x="1399013" y="4069"/>
              <a:ext cx="0" cy="3674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675C967-1C24-65FC-0CBF-DF72017F67BE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7" y="42524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0F650F1C-419F-636D-C047-F521E59169DC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6" y="87237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BFDB0177-9746-8F7E-C694-CEFE612F1BCF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46" y="65294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19" name="ee4p_icon_group">
              <a:extLst>
                <a:ext uri="{FF2B5EF4-FFF2-40B4-BE49-F238E27FC236}">
                  <a16:creationId xmlns:a16="http://schemas.microsoft.com/office/drawing/2014/main" id="{D585CCBE-3026-644E-C772-E4CD3C79605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59704" y="562350"/>
              <a:ext cx="469068" cy="469067"/>
              <a:chOff x="4032000" y="2889085"/>
              <a:chExt cx="1080000" cy="1079999"/>
            </a:xfrm>
          </p:grpSpPr>
          <p:grpSp>
            <p:nvGrpSpPr>
              <p:cNvPr id="51" name="ee4p_icon_frame">
                <a:extLst>
                  <a:ext uri="{FF2B5EF4-FFF2-40B4-BE49-F238E27FC236}">
                    <a16:creationId xmlns:a16="http://schemas.microsoft.com/office/drawing/2014/main" id="{8DB08A28-681E-1C1E-5B67-83F2C1CAE45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9085"/>
                <a:ext cx="1080000" cy="1079999"/>
                <a:chOff x="4737100" y="1701800"/>
                <a:chExt cx="1098550" cy="1098550"/>
              </a:xfrm>
              <a:solidFill>
                <a:srgbClr val="A6BBC8"/>
              </a:solidFill>
            </p:grpSpPr>
            <p:cxnSp>
              <p:nvCxnSpPr>
                <p:cNvPr id="53" name="ee4p_icon_frame_top">
                  <a:extLst>
                    <a:ext uri="{FF2B5EF4-FFF2-40B4-BE49-F238E27FC236}">
                      <a16:creationId xmlns:a16="http://schemas.microsoft.com/office/drawing/2014/main" id="{8E85611F-4250-E0F2-1447-B179A834B42C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54" name="ee4p_icon_frame_bottom">
                  <a:extLst>
                    <a:ext uri="{FF2B5EF4-FFF2-40B4-BE49-F238E27FC236}">
                      <a16:creationId xmlns:a16="http://schemas.microsoft.com/office/drawing/2014/main" id="{CB6560E0-02B8-235F-7CE9-20EDF50DA13B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55" name="ee4p_icon_frame_left">
                  <a:extLst>
                    <a:ext uri="{FF2B5EF4-FFF2-40B4-BE49-F238E27FC236}">
                      <a16:creationId xmlns:a16="http://schemas.microsoft.com/office/drawing/2014/main" id="{57ABF4A2-FA4C-6AF8-303D-4470F9B83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56" name="ee4p_icon_frame_right">
                  <a:extLst>
                    <a:ext uri="{FF2B5EF4-FFF2-40B4-BE49-F238E27FC236}">
                      <a16:creationId xmlns:a16="http://schemas.microsoft.com/office/drawing/2014/main" id="{4B0EA344-F040-4F9C-D13C-11515530C0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52" name="ee4p_icon">
                <a:extLst>
                  <a:ext uri="{FF2B5EF4-FFF2-40B4-BE49-F238E27FC236}">
                    <a16:creationId xmlns:a16="http://schemas.microsoft.com/office/drawing/2014/main" id="{A5299991-6F10-DF75-C015-1A9231393E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4203" y="3104455"/>
                <a:ext cx="1015593" cy="649257"/>
              </a:xfrm>
              <a:custGeom>
                <a:avLst/>
                <a:gdLst>
                  <a:gd name="connsiteX0" fmla="*/ 426754 w 1015593"/>
                  <a:gd name="connsiteY0" fmla="*/ 20320 h 649257"/>
                  <a:gd name="connsiteX1" fmla="*/ 270493 w 1015593"/>
                  <a:gd name="connsiteY1" fmla="*/ 20320 h 649257"/>
                  <a:gd name="connsiteX2" fmla="*/ 270493 w 1015593"/>
                  <a:gd name="connsiteY2" fmla="*/ 0 h 649257"/>
                  <a:gd name="connsiteX3" fmla="*/ 603301 w 1015593"/>
                  <a:gd name="connsiteY3" fmla="*/ 0 h 649257"/>
                  <a:gd name="connsiteX4" fmla="*/ 603301 w 1015593"/>
                  <a:gd name="connsiteY4" fmla="*/ 20320 h 649257"/>
                  <a:gd name="connsiteX5" fmla="*/ 447074 w 1015593"/>
                  <a:gd name="connsiteY5" fmla="*/ 20320 h 649257"/>
                  <a:gd name="connsiteX6" fmla="*/ 447074 w 1015593"/>
                  <a:gd name="connsiteY6" fmla="*/ 129608 h 649257"/>
                  <a:gd name="connsiteX7" fmla="*/ 504410 w 1015593"/>
                  <a:gd name="connsiteY7" fmla="*/ 129608 h 649257"/>
                  <a:gd name="connsiteX8" fmla="*/ 504410 w 1015593"/>
                  <a:gd name="connsiteY8" fmla="*/ 149928 h 649257"/>
                  <a:gd name="connsiteX9" fmla="*/ 369350 w 1015593"/>
                  <a:gd name="connsiteY9" fmla="*/ 149928 h 649257"/>
                  <a:gd name="connsiteX10" fmla="*/ 369350 w 1015593"/>
                  <a:gd name="connsiteY10" fmla="*/ 129608 h 649257"/>
                  <a:gd name="connsiteX11" fmla="*/ 426754 w 1015593"/>
                  <a:gd name="connsiteY11" fmla="*/ 129608 h 649257"/>
                  <a:gd name="connsiteX12" fmla="*/ 1005434 w 1015593"/>
                  <a:gd name="connsiteY12" fmla="*/ 200592 h 649257"/>
                  <a:gd name="connsiteX13" fmla="*/ 920970 w 1015593"/>
                  <a:gd name="connsiteY13" fmla="*/ 200592 h 649257"/>
                  <a:gd name="connsiteX14" fmla="*/ 911725 w 1015593"/>
                  <a:gd name="connsiteY14" fmla="*/ 206519 h 649257"/>
                  <a:gd name="connsiteX15" fmla="*/ 864311 w 1015593"/>
                  <a:gd name="connsiteY15" fmla="*/ 310049 h 649257"/>
                  <a:gd name="connsiteX16" fmla="*/ 775919 w 1015593"/>
                  <a:gd name="connsiteY16" fmla="*/ 310049 h 649257"/>
                  <a:gd name="connsiteX17" fmla="*/ 775919 w 1015593"/>
                  <a:gd name="connsiteY17" fmla="*/ 188299 h 649257"/>
                  <a:gd name="connsiteX18" fmla="*/ 765759 w 1015593"/>
                  <a:gd name="connsiteY18" fmla="*/ 178139 h 649257"/>
                  <a:gd name="connsiteX19" fmla="*/ 630902 w 1015593"/>
                  <a:gd name="connsiteY19" fmla="*/ 178139 h 649257"/>
                  <a:gd name="connsiteX20" fmla="*/ 581118 w 1015593"/>
                  <a:gd name="connsiteY20" fmla="*/ 78605 h 649257"/>
                  <a:gd name="connsiteX21" fmla="*/ 572143 w 1015593"/>
                  <a:gd name="connsiteY21" fmla="*/ 72983 h 649257"/>
                  <a:gd name="connsiteX22" fmla="*/ 488256 w 1015593"/>
                  <a:gd name="connsiteY22" fmla="*/ 72983 h 649257"/>
                  <a:gd name="connsiteX23" fmla="*/ 488256 w 1015593"/>
                  <a:gd name="connsiteY23" fmla="*/ 93303 h 649257"/>
                  <a:gd name="connsiteX24" fmla="*/ 565777 w 1015593"/>
                  <a:gd name="connsiteY24" fmla="*/ 93303 h 649257"/>
                  <a:gd name="connsiteX25" fmla="*/ 615527 w 1015593"/>
                  <a:gd name="connsiteY25" fmla="*/ 192837 h 649257"/>
                  <a:gd name="connsiteX26" fmla="*/ 624637 w 1015593"/>
                  <a:gd name="connsiteY26" fmla="*/ 198459 h 649257"/>
                  <a:gd name="connsiteX27" fmla="*/ 755599 w 1015593"/>
                  <a:gd name="connsiteY27" fmla="*/ 198459 h 649257"/>
                  <a:gd name="connsiteX28" fmla="*/ 755599 w 1015593"/>
                  <a:gd name="connsiteY28" fmla="*/ 320379 h 649257"/>
                  <a:gd name="connsiteX29" fmla="*/ 765759 w 1015593"/>
                  <a:gd name="connsiteY29" fmla="*/ 330539 h 649257"/>
                  <a:gd name="connsiteX30" fmla="*/ 870746 w 1015593"/>
                  <a:gd name="connsiteY30" fmla="*/ 330539 h 649257"/>
                  <a:gd name="connsiteX31" fmla="*/ 879958 w 1015593"/>
                  <a:gd name="connsiteY31" fmla="*/ 324612 h 649257"/>
                  <a:gd name="connsiteX32" fmla="*/ 927371 w 1015593"/>
                  <a:gd name="connsiteY32" fmla="*/ 221082 h 649257"/>
                  <a:gd name="connsiteX33" fmla="*/ 995104 w 1015593"/>
                  <a:gd name="connsiteY33" fmla="*/ 221082 h 649257"/>
                  <a:gd name="connsiteX34" fmla="*/ 995104 w 1015593"/>
                  <a:gd name="connsiteY34" fmla="*/ 557411 h 649257"/>
                  <a:gd name="connsiteX35" fmla="*/ 927371 w 1015593"/>
                  <a:gd name="connsiteY35" fmla="*/ 557411 h 649257"/>
                  <a:gd name="connsiteX36" fmla="*/ 879958 w 1015593"/>
                  <a:gd name="connsiteY36" fmla="*/ 453881 h 649257"/>
                  <a:gd name="connsiteX37" fmla="*/ 870746 w 1015593"/>
                  <a:gd name="connsiteY37" fmla="*/ 447954 h 649257"/>
                  <a:gd name="connsiteX38" fmla="*/ 765759 w 1015593"/>
                  <a:gd name="connsiteY38" fmla="*/ 447954 h 649257"/>
                  <a:gd name="connsiteX39" fmla="*/ 755599 w 1015593"/>
                  <a:gd name="connsiteY39" fmla="*/ 458114 h 649257"/>
                  <a:gd name="connsiteX40" fmla="*/ 755599 w 1015593"/>
                  <a:gd name="connsiteY40" fmla="*/ 628938 h 649257"/>
                  <a:gd name="connsiteX41" fmla="*/ 552399 w 1015593"/>
                  <a:gd name="connsiteY41" fmla="*/ 628938 h 649257"/>
                  <a:gd name="connsiteX42" fmla="*/ 552399 w 1015593"/>
                  <a:gd name="connsiteY42" fmla="*/ 649258 h 649257"/>
                  <a:gd name="connsiteX43" fmla="*/ 765759 w 1015593"/>
                  <a:gd name="connsiteY43" fmla="*/ 649258 h 649257"/>
                  <a:gd name="connsiteX44" fmla="*/ 775919 w 1015593"/>
                  <a:gd name="connsiteY44" fmla="*/ 639098 h 649257"/>
                  <a:gd name="connsiteX45" fmla="*/ 775919 w 1015593"/>
                  <a:gd name="connsiteY45" fmla="*/ 468105 h 649257"/>
                  <a:gd name="connsiteX46" fmla="*/ 864277 w 1015593"/>
                  <a:gd name="connsiteY46" fmla="*/ 468105 h 649257"/>
                  <a:gd name="connsiteX47" fmla="*/ 911691 w 1015593"/>
                  <a:gd name="connsiteY47" fmla="*/ 571636 h 649257"/>
                  <a:gd name="connsiteX48" fmla="*/ 920936 w 1015593"/>
                  <a:gd name="connsiteY48" fmla="*/ 577562 h 649257"/>
                  <a:gd name="connsiteX49" fmla="*/ 1005434 w 1015593"/>
                  <a:gd name="connsiteY49" fmla="*/ 577562 h 649257"/>
                  <a:gd name="connsiteX50" fmla="*/ 1015594 w 1015593"/>
                  <a:gd name="connsiteY50" fmla="*/ 567402 h 649257"/>
                  <a:gd name="connsiteX51" fmla="*/ 1015594 w 1015593"/>
                  <a:gd name="connsiteY51" fmla="*/ 210752 h 649257"/>
                  <a:gd name="connsiteX52" fmla="*/ 1005434 w 1015593"/>
                  <a:gd name="connsiteY52" fmla="*/ 200592 h 649257"/>
                  <a:gd name="connsiteX53" fmla="*/ 242621 w 1015593"/>
                  <a:gd name="connsiteY53" fmla="*/ 555955 h 649257"/>
                  <a:gd name="connsiteX54" fmla="*/ 237236 w 1015593"/>
                  <a:gd name="connsiteY54" fmla="*/ 554397 h 649257"/>
                  <a:gd name="connsiteX55" fmla="*/ 237236 w 1015593"/>
                  <a:gd name="connsiteY55" fmla="*/ 554397 h 649257"/>
                  <a:gd name="connsiteX56" fmla="*/ 103530 w 1015593"/>
                  <a:gd name="connsiteY56" fmla="*/ 554397 h 649257"/>
                  <a:gd name="connsiteX57" fmla="*/ 103530 w 1015593"/>
                  <a:gd name="connsiteY57" fmla="*/ 209398 h 649257"/>
                  <a:gd name="connsiteX58" fmla="*/ 237236 w 1015593"/>
                  <a:gd name="connsiteY58" fmla="*/ 209398 h 649257"/>
                  <a:gd name="connsiteX59" fmla="*/ 245872 w 1015593"/>
                  <a:gd name="connsiteY59" fmla="*/ 204589 h 649257"/>
                  <a:gd name="connsiteX60" fmla="*/ 314757 w 1015593"/>
                  <a:gd name="connsiteY60" fmla="*/ 93303 h 649257"/>
                  <a:gd name="connsiteX61" fmla="*/ 388044 w 1015593"/>
                  <a:gd name="connsiteY61" fmla="*/ 93303 h 649257"/>
                  <a:gd name="connsiteX62" fmla="*/ 388044 w 1015593"/>
                  <a:gd name="connsiteY62" fmla="*/ 72983 h 649257"/>
                  <a:gd name="connsiteX63" fmla="*/ 309169 w 1015593"/>
                  <a:gd name="connsiteY63" fmla="*/ 72983 h 649257"/>
                  <a:gd name="connsiteX64" fmla="*/ 300533 w 1015593"/>
                  <a:gd name="connsiteY64" fmla="*/ 77792 h 649257"/>
                  <a:gd name="connsiteX65" fmla="*/ 231546 w 1015593"/>
                  <a:gd name="connsiteY65" fmla="*/ 189078 h 649257"/>
                  <a:gd name="connsiteX66" fmla="*/ 93337 w 1015593"/>
                  <a:gd name="connsiteY66" fmla="*/ 189078 h 649257"/>
                  <a:gd name="connsiteX67" fmla="*/ 83177 w 1015593"/>
                  <a:gd name="connsiteY67" fmla="*/ 199238 h 649257"/>
                  <a:gd name="connsiteX68" fmla="*/ 83177 w 1015593"/>
                  <a:gd name="connsiteY68" fmla="*/ 386182 h 649257"/>
                  <a:gd name="connsiteX69" fmla="*/ 20320 w 1015593"/>
                  <a:gd name="connsiteY69" fmla="*/ 386182 h 649257"/>
                  <a:gd name="connsiteX70" fmla="*/ 20320 w 1015593"/>
                  <a:gd name="connsiteY70" fmla="*/ 169841 h 649257"/>
                  <a:gd name="connsiteX71" fmla="*/ 0 w 1015593"/>
                  <a:gd name="connsiteY71" fmla="*/ 169841 h 649257"/>
                  <a:gd name="connsiteX72" fmla="*/ 0 w 1015593"/>
                  <a:gd name="connsiteY72" fmla="*/ 608313 h 649257"/>
                  <a:gd name="connsiteX73" fmla="*/ 20320 w 1015593"/>
                  <a:gd name="connsiteY73" fmla="*/ 608313 h 649257"/>
                  <a:gd name="connsiteX74" fmla="*/ 20320 w 1015593"/>
                  <a:gd name="connsiteY74" fmla="*/ 406603 h 649257"/>
                  <a:gd name="connsiteX75" fmla="*/ 83177 w 1015593"/>
                  <a:gd name="connsiteY75" fmla="*/ 406603 h 649257"/>
                  <a:gd name="connsiteX76" fmla="*/ 83177 w 1015593"/>
                  <a:gd name="connsiteY76" fmla="*/ 564625 h 649257"/>
                  <a:gd name="connsiteX77" fmla="*/ 93337 w 1015593"/>
                  <a:gd name="connsiteY77" fmla="*/ 574785 h 649257"/>
                  <a:gd name="connsiteX78" fmla="*/ 93337 w 1015593"/>
                  <a:gd name="connsiteY78" fmla="*/ 574785 h 649257"/>
                  <a:gd name="connsiteX79" fmla="*/ 234323 w 1015593"/>
                  <a:gd name="connsiteY79" fmla="*/ 574785 h 649257"/>
                  <a:gd name="connsiteX80" fmla="*/ 350825 w 1015593"/>
                  <a:gd name="connsiteY80" fmla="*/ 647598 h 649257"/>
                  <a:gd name="connsiteX81" fmla="*/ 356210 w 1015593"/>
                  <a:gd name="connsiteY81" fmla="*/ 649156 h 649257"/>
                  <a:gd name="connsiteX82" fmla="*/ 472474 w 1015593"/>
                  <a:gd name="connsiteY82" fmla="*/ 649156 h 649257"/>
                  <a:gd name="connsiteX83" fmla="*/ 472474 w 1015593"/>
                  <a:gd name="connsiteY83" fmla="*/ 628836 h 649257"/>
                  <a:gd name="connsiteX84" fmla="*/ 359122 w 1015593"/>
                  <a:gd name="connsiteY84" fmla="*/ 628836 h 649257"/>
                  <a:gd name="connsiteX85" fmla="*/ 420285 w 1015593"/>
                  <a:gd name="connsiteY85" fmla="*/ 352213 h 649257"/>
                  <a:gd name="connsiteX86" fmla="*/ 344255 w 1015593"/>
                  <a:gd name="connsiteY86" fmla="*/ 428244 h 649257"/>
                  <a:gd name="connsiteX87" fmla="*/ 343848 w 1015593"/>
                  <a:gd name="connsiteY87" fmla="*/ 428244 h 649257"/>
                  <a:gd name="connsiteX88" fmla="*/ 268529 w 1015593"/>
                  <a:gd name="connsiteY88" fmla="*/ 352213 h 649257"/>
                  <a:gd name="connsiteX89" fmla="*/ 343848 w 1015593"/>
                  <a:gd name="connsiteY89" fmla="*/ 276149 h 649257"/>
                  <a:gd name="connsiteX90" fmla="*/ 344255 w 1015593"/>
                  <a:gd name="connsiteY90" fmla="*/ 276149 h 649257"/>
                  <a:gd name="connsiteX91" fmla="*/ 420285 w 1015593"/>
                  <a:gd name="connsiteY91" fmla="*/ 352213 h 649257"/>
                  <a:gd name="connsiteX92" fmla="*/ 399965 w 1015593"/>
                  <a:gd name="connsiteY92" fmla="*/ 352213 h 649257"/>
                  <a:gd name="connsiteX93" fmla="*/ 344424 w 1015593"/>
                  <a:gd name="connsiteY93" fmla="*/ 296469 h 649257"/>
                  <a:gd name="connsiteX94" fmla="*/ 288849 w 1015593"/>
                  <a:gd name="connsiteY94" fmla="*/ 352213 h 649257"/>
                  <a:gd name="connsiteX95" fmla="*/ 344424 w 1015593"/>
                  <a:gd name="connsiteY95" fmla="*/ 407924 h 649257"/>
                  <a:gd name="connsiteX96" fmla="*/ 399965 w 1015593"/>
                  <a:gd name="connsiteY96" fmla="*/ 352213 h 649257"/>
                  <a:gd name="connsiteX97" fmla="*/ 561983 w 1015593"/>
                  <a:gd name="connsiteY97" fmla="*/ 468613 h 649257"/>
                  <a:gd name="connsiteX98" fmla="*/ 607768 w 1015593"/>
                  <a:gd name="connsiteY98" fmla="*/ 421745 h 649257"/>
                  <a:gd name="connsiteX99" fmla="*/ 608279 w 1015593"/>
                  <a:gd name="connsiteY99" fmla="*/ 421742 h 649257"/>
                  <a:gd name="connsiteX100" fmla="*/ 608686 w 1015593"/>
                  <a:gd name="connsiteY100" fmla="*/ 421742 h 649257"/>
                  <a:gd name="connsiteX101" fmla="*/ 655557 w 1015593"/>
                  <a:gd name="connsiteY101" fmla="*/ 468613 h 649257"/>
                  <a:gd name="connsiteX102" fmla="*/ 608686 w 1015593"/>
                  <a:gd name="connsiteY102" fmla="*/ 515485 h 649257"/>
                  <a:gd name="connsiteX103" fmla="*/ 608279 w 1015593"/>
                  <a:gd name="connsiteY103" fmla="*/ 515485 h 649257"/>
                  <a:gd name="connsiteX104" fmla="*/ 561980 w 1015593"/>
                  <a:gd name="connsiteY104" fmla="*/ 469057 h 649257"/>
                  <a:gd name="connsiteX105" fmla="*/ 561983 w 1015593"/>
                  <a:gd name="connsiteY105" fmla="*/ 468613 h 649257"/>
                  <a:gd name="connsiteX106" fmla="*/ 582303 w 1015593"/>
                  <a:gd name="connsiteY106" fmla="*/ 468613 h 649257"/>
                  <a:gd name="connsiteX107" fmla="*/ 608889 w 1015593"/>
                  <a:gd name="connsiteY107" fmla="*/ 495165 h 649257"/>
                  <a:gd name="connsiteX108" fmla="*/ 635440 w 1015593"/>
                  <a:gd name="connsiteY108" fmla="*/ 468613 h 649257"/>
                  <a:gd name="connsiteX109" fmla="*/ 608889 w 1015593"/>
                  <a:gd name="connsiteY109" fmla="*/ 442062 h 649257"/>
                  <a:gd name="connsiteX110" fmla="*/ 582303 w 1015593"/>
                  <a:gd name="connsiteY110" fmla="*/ 468613 h 649257"/>
                  <a:gd name="connsiteX111" fmla="*/ 417576 w 1015593"/>
                  <a:gd name="connsiteY111" fmla="*/ 256811 h 649257"/>
                  <a:gd name="connsiteX112" fmla="*/ 642823 w 1015593"/>
                  <a:gd name="connsiteY112" fmla="*/ 385843 h 649257"/>
                  <a:gd name="connsiteX113" fmla="*/ 694470 w 1015593"/>
                  <a:gd name="connsiteY113" fmla="*/ 493979 h 649257"/>
                  <a:gd name="connsiteX114" fmla="*/ 609397 w 1015593"/>
                  <a:gd name="connsiteY114" fmla="*/ 558224 h 649257"/>
                  <a:gd name="connsiteX115" fmla="*/ 591346 w 1015593"/>
                  <a:gd name="connsiteY115" fmla="*/ 556633 h 649257"/>
                  <a:gd name="connsiteX116" fmla="*/ 573701 w 1015593"/>
                  <a:gd name="connsiteY116" fmla="*/ 551146 h 649257"/>
                  <a:gd name="connsiteX117" fmla="*/ 314994 w 1015593"/>
                  <a:gd name="connsiteY117" fmla="*/ 469053 h 649257"/>
                  <a:gd name="connsiteX118" fmla="*/ 229383 w 1015593"/>
                  <a:gd name="connsiteY118" fmla="*/ 321821 h 649257"/>
                  <a:gd name="connsiteX119" fmla="*/ 376614 w 1015593"/>
                  <a:gd name="connsiteY119" fmla="*/ 236210 h 649257"/>
                  <a:gd name="connsiteX120" fmla="*/ 388112 w 1015593"/>
                  <a:gd name="connsiteY120" fmla="*/ 239878 h 649257"/>
                  <a:gd name="connsiteX121" fmla="*/ 389196 w 1015593"/>
                  <a:gd name="connsiteY121" fmla="*/ 240318 h 649257"/>
                  <a:gd name="connsiteX122" fmla="*/ 417576 w 1015593"/>
                  <a:gd name="connsiteY122" fmla="*/ 256811 h 649257"/>
                  <a:gd name="connsiteX123" fmla="*/ 632020 w 1015593"/>
                  <a:gd name="connsiteY123" fmla="*/ 403081 h 649257"/>
                  <a:gd name="connsiteX124" fmla="*/ 406840 w 1015593"/>
                  <a:gd name="connsiteY124" fmla="*/ 274083 h 649257"/>
                  <a:gd name="connsiteX125" fmla="*/ 405655 w 1015593"/>
                  <a:gd name="connsiteY125" fmla="*/ 273304 h 649257"/>
                  <a:gd name="connsiteX126" fmla="*/ 381237 w 1015593"/>
                  <a:gd name="connsiteY126" fmla="*/ 259317 h 649257"/>
                  <a:gd name="connsiteX127" fmla="*/ 380932 w 1015593"/>
                  <a:gd name="connsiteY127" fmla="*/ 259317 h 649257"/>
                  <a:gd name="connsiteX128" fmla="*/ 250863 w 1015593"/>
                  <a:gd name="connsiteY128" fmla="*/ 316904 h 649257"/>
                  <a:gd name="connsiteX129" fmla="*/ 244111 w 1015593"/>
                  <a:gd name="connsiteY129" fmla="*/ 352315 h 649257"/>
                  <a:gd name="connsiteX130" fmla="*/ 307983 w 1015593"/>
                  <a:gd name="connsiteY130" fmla="*/ 445516 h 649257"/>
                  <a:gd name="connsiteX131" fmla="*/ 320243 w 1015593"/>
                  <a:gd name="connsiteY131" fmla="*/ 449411 h 649257"/>
                  <a:gd name="connsiteX132" fmla="*/ 320853 w 1015593"/>
                  <a:gd name="connsiteY132" fmla="*/ 449411 h 649257"/>
                  <a:gd name="connsiteX133" fmla="*/ 580238 w 1015593"/>
                  <a:gd name="connsiteY133" fmla="*/ 531673 h 649257"/>
                  <a:gd name="connsiteX134" fmla="*/ 581220 w 1015593"/>
                  <a:gd name="connsiteY134" fmla="*/ 532045 h 649257"/>
                  <a:gd name="connsiteX135" fmla="*/ 594936 w 1015593"/>
                  <a:gd name="connsiteY135" fmla="*/ 536414 h 649257"/>
                  <a:gd name="connsiteX136" fmla="*/ 674997 w 1015593"/>
                  <a:gd name="connsiteY136" fmla="*/ 487951 h 649257"/>
                  <a:gd name="connsiteX137" fmla="*/ 633984 w 1015593"/>
                  <a:gd name="connsiteY137" fmla="*/ 403826 h 649257"/>
                  <a:gd name="connsiteX138" fmla="*/ 632020 w 1015593"/>
                  <a:gd name="connsiteY138" fmla="*/ 402946 h 64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1015593" h="649257">
                    <a:moveTo>
                      <a:pt x="426754" y="20320"/>
                    </a:moveTo>
                    <a:lnTo>
                      <a:pt x="270493" y="20320"/>
                    </a:lnTo>
                    <a:lnTo>
                      <a:pt x="270493" y="0"/>
                    </a:lnTo>
                    <a:lnTo>
                      <a:pt x="603301" y="0"/>
                    </a:lnTo>
                    <a:lnTo>
                      <a:pt x="603301" y="20320"/>
                    </a:lnTo>
                    <a:lnTo>
                      <a:pt x="447074" y="20320"/>
                    </a:lnTo>
                    <a:lnTo>
                      <a:pt x="447074" y="129608"/>
                    </a:lnTo>
                    <a:lnTo>
                      <a:pt x="504410" y="129608"/>
                    </a:lnTo>
                    <a:lnTo>
                      <a:pt x="504410" y="149928"/>
                    </a:lnTo>
                    <a:lnTo>
                      <a:pt x="369350" y="149928"/>
                    </a:lnTo>
                    <a:lnTo>
                      <a:pt x="369350" y="129608"/>
                    </a:lnTo>
                    <a:lnTo>
                      <a:pt x="426754" y="129608"/>
                    </a:lnTo>
                    <a:close/>
                    <a:moveTo>
                      <a:pt x="1005434" y="200592"/>
                    </a:moveTo>
                    <a:lnTo>
                      <a:pt x="920970" y="200592"/>
                    </a:lnTo>
                    <a:cubicBezTo>
                      <a:pt x="916994" y="200589"/>
                      <a:pt x="913381" y="202905"/>
                      <a:pt x="911725" y="206519"/>
                    </a:cubicBezTo>
                    <a:lnTo>
                      <a:pt x="864311" y="310049"/>
                    </a:lnTo>
                    <a:lnTo>
                      <a:pt x="775919" y="310049"/>
                    </a:lnTo>
                    <a:lnTo>
                      <a:pt x="775919" y="188299"/>
                    </a:lnTo>
                    <a:cubicBezTo>
                      <a:pt x="775919" y="182687"/>
                      <a:pt x="771371" y="178139"/>
                      <a:pt x="765759" y="178139"/>
                    </a:cubicBezTo>
                    <a:lnTo>
                      <a:pt x="630902" y="178139"/>
                    </a:lnTo>
                    <a:lnTo>
                      <a:pt x="581118" y="78605"/>
                    </a:lnTo>
                    <a:cubicBezTo>
                      <a:pt x="579418" y="75196"/>
                      <a:pt x="575953" y="73026"/>
                      <a:pt x="572143" y="72983"/>
                    </a:cubicBezTo>
                    <a:lnTo>
                      <a:pt x="488256" y="72983"/>
                    </a:lnTo>
                    <a:lnTo>
                      <a:pt x="488256" y="93303"/>
                    </a:lnTo>
                    <a:lnTo>
                      <a:pt x="565777" y="93303"/>
                    </a:lnTo>
                    <a:lnTo>
                      <a:pt x="615527" y="192837"/>
                    </a:lnTo>
                    <a:cubicBezTo>
                      <a:pt x="617251" y="196288"/>
                      <a:pt x="620779" y="198465"/>
                      <a:pt x="624637" y="198459"/>
                    </a:cubicBezTo>
                    <a:lnTo>
                      <a:pt x="755599" y="198459"/>
                    </a:lnTo>
                    <a:lnTo>
                      <a:pt x="755599" y="320379"/>
                    </a:lnTo>
                    <a:cubicBezTo>
                      <a:pt x="755599" y="325990"/>
                      <a:pt x="760148" y="330539"/>
                      <a:pt x="765759" y="330539"/>
                    </a:cubicBezTo>
                    <a:lnTo>
                      <a:pt x="870746" y="330539"/>
                    </a:lnTo>
                    <a:cubicBezTo>
                      <a:pt x="874708" y="330529"/>
                      <a:pt x="878305" y="328215"/>
                      <a:pt x="879958" y="324612"/>
                    </a:cubicBezTo>
                    <a:lnTo>
                      <a:pt x="927371" y="221082"/>
                    </a:lnTo>
                    <a:lnTo>
                      <a:pt x="995104" y="221082"/>
                    </a:lnTo>
                    <a:lnTo>
                      <a:pt x="995104" y="557411"/>
                    </a:lnTo>
                    <a:lnTo>
                      <a:pt x="927371" y="557411"/>
                    </a:lnTo>
                    <a:lnTo>
                      <a:pt x="879958" y="453881"/>
                    </a:lnTo>
                    <a:cubicBezTo>
                      <a:pt x="878305" y="450278"/>
                      <a:pt x="874708" y="447965"/>
                      <a:pt x="870746" y="447954"/>
                    </a:cubicBezTo>
                    <a:lnTo>
                      <a:pt x="765759" y="447954"/>
                    </a:lnTo>
                    <a:cubicBezTo>
                      <a:pt x="760148" y="447954"/>
                      <a:pt x="755599" y="452503"/>
                      <a:pt x="755599" y="458114"/>
                    </a:cubicBezTo>
                    <a:lnTo>
                      <a:pt x="755599" y="628938"/>
                    </a:lnTo>
                    <a:lnTo>
                      <a:pt x="552399" y="628938"/>
                    </a:lnTo>
                    <a:lnTo>
                      <a:pt x="552399" y="649258"/>
                    </a:lnTo>
                    <a:lnTo>
                      <a:pt x="765759" y="649258"/>
                    </a:lnTo>
                    <a:cubicBezTo>
                      <a:pt x="771371" y="649258"/>
                      <a:pt x="775919" y="644710"/>
                      <a:pt x="775919" y="639098"/>
                    </a:cubicBezTo>
                    <a:lnTo>
                      <a:pt x="775919" y="468105"/>
                    </a:lnTo>
                    <a:lnTo>
                      <a:pt x="864277" y="468105"/>
                    </a:lnTo>
                    <a:lnTo>
                      <a:pt x="911691" y="571636"/>
                    </a:lnTo>
                    <a:cubicBezTo>
                      <a:pt x="913347" y="575249"/>
                      <a:pt x="916960" y="577566"/>
                      <a:pt x="920936" y="577562"/>
                    </a:cubicBezTo>
                    <a:lnTo>
                      <a:pt x="1005434" y="577562"/>
                    </a:lnTo>
                    <a:cubicBezTo>
                      <a:pt x="1011045" y="577562"/>
                      <a:pt x="1015594" y="573014"/>
                      <a:pt x="1015594" y="567402"/>
                    </a:cubicBezTo>
                    <a:lnTo>
                      <a:pt x="1015594" y="210752"/>
                    </a:lnTo>
                    <a:cubicBezTo>
                      <a:pt x="1015594" y="205141"/>
                      <a:pt x="1011045" y="200592"/>
                      <a:pt x="1005434" y="200592"/>
                    </a:cubicBezTo>
                    <a:close/>
                    <a:moveTo>
                      <a:pt x="242621" y="555955"/>
                    </a:moveTo>
                    <a:cubicBezTo>
                      <a:pt x="241007" y="554943"/>
                      <a:pt x="239141" y="554401"/>
                      <a:pt x="237236" y="554397"/>
                    </a:cubicBezTo>
                    <a:lnTo>
                      <a:pt x="237236" y="554397"/>
                    </a:lnTo>
                    <a:lnTo>
                      <a:pt x="103530" y="554397"/>
                    </a:lnTo>
                    <a:lnTo>
                      <a:pt x="103530" y="209398"/>
                    </a:lnTo>
                    <a:lnTo>
                      <a:pt x="237236" y="209398"/>
                    </a:lnTo>
                    <a:cubicBezTo>
                      <a:pt x="240753" y="209398"/>
                      <a:pt x="244020" y="207579"/>
                      <a:pt x="245872" y="204589"/>
                    </a:cubicBezTo>
                    <a:lnTo>
                      <a:pt x="314757" y="93303"/>
                    </a:lnTo>
                    <a:lnTo>
                      <a:pt x="388044" y="93303"/>
                    </a:lnTo>
                    <a:lnTo>
                      <a:pt x="388044" y="72983"/>
                    </a:lnTo>
                    <a:lnTo>
                      <a:pt x="309169" y="72983"/>
                    </a:lnTo>
                    <a:cubicBezTo>
                      <a:pt x="305652" y="72983"/>
                      <a:pt x="302385" y="74802"/>
                      <a:pt x="300533" y="77792"/>
                    </a:cubicBezTo>
                    <a:lnTo>
                      <a:pt x="231546" y="189078"/>
                    </a:lnTo>
                    <a:lnTo>
                      <a:pt x="93337" y="189078"/>
                    </a:lnTo>
                    <a:cubicBezTo>
                      <a:pt x="87725" y="189078"/>
                      <a:pt x="83177" y="193626"/>
                      <a:pt x="83177" y="199238"/>
                    </a:cubicBezTo>
                    <a:lnTo>
                      <a:pt x="83177" y="386182"/>
                    </a:lnTo>
                    <a:lnTo>
                      <a:pt x="20320" y="386182"/>
                    </a:lnTo>
                    <a:lnTo>
                      <a:pt x="20320" y="169841"/>
                    </a:lnTo>
                    <a:lnTo>
                      <a:pt x="0" y="169841"/>
                    </a:lnTo>
                    <a:lnTo>
                      <a:pt x="0" y="608313"/>
                    </a:lnTo>
                    <a:lnTo>
                      <a:pt x="20320" y="608313"/>
                    </a:lnTo>
                    <a:lnTo>
                      <a:pt x="20320" y="406603"/>
                    </a:lnTo>
                    <a:lnTo>
                      <a:pt x="83177" y="406603"/>
                    </a:lnTo>
                    <a:lnTo>
                      <a:pt x="83177" y="564625"/>
                    </a:lnTo>
                    <a:cubicBezTo>
                      <a:pt x="83177" y="570237"/>
                      <a:pt x="87725" y="574785"/>
                      <a:pt x="93337" y="574785"/>
                    </a:cubicBezTo>
                    <a:lnTo>
                      <a:pt x="93337" y="574785"/>
                    </a:lnTo>
                    <a:lnTo>
                      <a:pt x="234323" y="574785"/>
                    </a:lnTo>
                    <a:lnTo>
                      <a:pt x="350825" y="647598"/>
                    </a:lnTo>
                    <a:cubicBezTo>
                      <a:pt x="352437" y="648611"/>
                      <a:pt x="354303" y="649153"/>
                      <a:pt x="356210" y="649156"/>
                    </a:cubicBezTo>
                    <a:lnTo>
                      <a:pt x="472474" y="649156"/>
                    </a:lnTo>
                    <a:lnTo>
                      <a:pt x="472474" y="628836"/>
                    </a:lnTo>
                    <a:lnTo>
                      <a:pt x="359122" y="628836"/>
                    </a:lnTo>
                    <a:close/>
                    <a:moveTo>
                      <a:pt x="420285" y="352213"/>
                    </a:moveTo>
                    <a:cubicBezTo>
                      <a:pt x="420248" y="394188"/>
                      <a:pt x="386229" y="428207"/>
                      <a:pt x="344255" y="428244"/>
                    </a:cubicBezTo>
                    <a:lnTo>
                      <a:pt x="343848" y="428244"/>
                    </a:lnTo>
                    <a:cubicBezTo>
                      <a:pt x="292100" y="426178"/>
                      <a:pt x="268529" y="387401"/>
                      <a:pt x="268529" y="352213"/>
                    </a:cubicBezTo>
                    <a:cubicBezTo>
                      <a:pt x="268529" y="317026"/>
                      <a:pt x="292235" y="278215"/>
                      <a:pt x="343848" y="276149"/>
                    </a:cubicBezTo>
                    <a:lnTo>
                      <a:pt x="344255" y="276149"/>
                    </a:lnTo>
                    <a:cubicBezTo>
                      <a:pt x="386236" y="276206"/>
                      <a:pt x="420248" y="310232"/>
                      <a:pt x="420285" y="352213"/>
                    </a:cubicBezTo>
                    <a:close/>
                    <a:moveTo>
                      <a:pt x="399965" y="352213"/>
                    </a:moveTo>
                    <a:cubicBezTo>
                      <a:pt x="399948" y="321513"/>
                      <a:pt x="375124" y="296601"/>
                      <a:pt x="344424" y="296469"/>
                    </a:cubicBezTo>
                    <a:cubicBezTo>
                      <a:pt x="306053" y="298094"/>
                      <a:pt x="288849" y="325594"/>
                      <a:pt x="288849" y="352213"/>
                    </a:cubicBezTo>
                    <a:cubicBezTo>
                      <a:pt x="288849" y="378833"/>
                      <a:pt x="306053" y="406400"/>
                      <a:pt x="344424" y="407924"/>
                    </a:cubicBezTo>
                    <a:cubicBezTo>
                      <a:pt x="375111" y="407792"/>
                      <a:pt x="399928" y="382900"/>
                      <a:pt x="399965" y="352213"/>
                    </a:cubicBezTo>
                    <a:close/>
                    <a:moveTo>
                      <a:pt x="561983" y="468613"/>
                    </a:moveTo>
                    <a:cubicBezTo>
                      <a:pt x="561685" y="443027"/>
                      <a:pt x="582182" y="422043"/>
                      <a:pt x="607768" y="421745"/>
                    </a:cubicBezTo>
                    <a:cubicBezTo>
                      <a:pt x="607937" y="421742"/>
                      <a:pt x="608110" y="421742"/>
                      <a:pt x="608279" y="421742"/>
                    </a:cubicBezTo>
                    <a:lnTo>
                      <a:pt x="608686" y="421742"/>
                    </a:lnTo>
                    <a:cubicBezTo>
                      <a:pt x="634573" y="421742"/>
                      <a:pt x="655557" y="442725"/>
                      <a:pt x="655557" y="468613"/>
                    </a:cubicBezTo>
                    <a:cubicBezTo>
                      <a:pt x="655557" y="494501"/>
                      <a:pt x="634573" y="515485"/>
                      <a:pt x="608686" y="515485"/>
                    </a:cubicBezTo>
                    <a:lnTo>
                      <a:pt x="608279" y="515485"/>
                    </a:lnTo>
                    <a:cubicBezTo>
                      <a:pt x="582673" y="515447"/>
                      <a:pt x="561946" y="494663"/>
                      <a:pt x="561980" y="469057"/>
                    </a:cubicBezTo>
                    <a:cubicBezTo>
                      <a:pt x="561980" y="468908"/>
                      <a:pt x="561983" y="468762"/>
                      <a:pt x="561983" y="468613"/>
                    </a:cubicBezTo>
                    <a:close/>
                    <a:moveTo>
                      <a:pt x="582303" y="468613"/>
                    </a:moveTo>
                    <a:cubicBezTo>
                      <a:pt x="582303" y="481245"/>
                      <a:pt x="590533" y="494352"/>
                      <a:pt x="608889" y="495165"/>
                    </a:cubicBezTo>
                    <a:cubicBezTo>
                      <a:pt x="623553" y="495165"/>
                      <a:pt x="635440" y="483277"/>
                      <a:pt x="635440" y="468613"/>
                    </a:cubicBezTo>
                    <a:cubicBezTo>
                      <a:pt x="635440" y="453949"/>
                      <a:pt x="623553" y="442062"/>
                      <a:pt x="608889" y="442062"/>
                    </a:cubicBezTo>
                    <a:cubicBezTo>
                      <a:pt x="590669" y="442874"/>
                      <a:pt x="582303" y="455947"/>
                      <a:pt x="582303" y="468613"/>
                    </a:cubicBezTo>
                    <a:close/>
                    <a:moveTo>
                      <a:pt x="417576" y="256811"/>
                    </a:moveTo>
                    <a:lnTo>
                      <a:pt x="642823" y="385843"/>
                    </a:lnTo>
                    <a:cubicBezTo>
                      <a:pt x="693623" y="407822"/>
                      <a:pt x="705240" y="457200"/>
                      <a:pt x="694470" y="493979"/>
                    </a:cubicBezTo>
                    <a:cubicBezTo>
                      <a:pt x="683700" y="532028"/>
                      <a:pt x="648943" y="558279"/>
                      <a:pt x="609397" y="558224"/>
                    </a:cubicBezTo>
                    <a:cubicBezTo>
                      <a:pt x="603345" y="558211"/>
                      <a:pt x="597306" y="557679"/>
                      <a:pt x="591346" y="556633"/>
                    </a:cubicBezTo>
                    <a:cubicBezTo>
                      <a:pt x="585294" y="555407"/>
                      <a:pt x="579381" y="553568"/>
                      <a:pt x="573701" y="551146"/>
                    </a:cubicBezTo>
                    <a:lnTo>
                      <a:pt x="314994" y="469053"/>
                    </a:lnTo>
                    <a:cubicBezTo>
                      <a:pt x="250696" y="452039"/>
                      <a:pt x="212366" y="386117"/>
                      <a:pt x="229383" y="321821"/>
                    </a:cubicBezTo>
                    <a:cubicBezTo>
                      <a:pt x="246399" y="257522"/>
                      <a:pt x="312317" y="219192"/>
                      <a:pt x="376614" y="236210"/>
                    </a:cubicBezTo>
                    <a:cubicBezTo>
                      <a:pt x="380506" y="237239"/>
                      <a:pt x="384343" y="238462"/>
                      <a:pt x="388112" y="239878"/>
                    </a:cubicBezTo>
                    <a:lnTo>
                      <a:pt x="389196" y="240318"/>
                    </a:lnTo>
                    <a:cubicBezTo>
                      <a:pt x="399363" y="244500"/>
                      <a:pt x="408910" y="250051"/>
                      <a:pt x="417576" y="256811"/>
                    </a:cubicBezTo>
                    <a:close/>
                    <a:moveTo>
                      <a:pt x="632020" y="403081"/>
                    </a:moveTo>
                    <a:lnTo>
                      <a:pt x="406840" y="274083"/>
                    </a:lnTo>
                    <a:lnTo>
                      <a:pt x="405655" y="273304"/>
                    </a:lnTo>
                    <a:cubicBezTo>
                      <a:pt x="398231" y="267489"/>
                      <a:pt x="390009" y="262778"/>
                      <a:pt x="381237" y="259317"/>
                    </a:cubicBezTo>
                    <a:lnTo>
                      <a:pt x="380932" y="259317"/>
                    </a:lnTo>
                    <a:cubicBezTo>
                      <a:pt x="329112" y="239302"/>
                      <a:pt x="270878" y="265085"/>
                      <a:pt x="250863" y="316904"/>
                    </a:cubicBezTo>
                    <a:cubicBezTo>
                      <a:pt x="246499" y="328205"/>
                      <a:pt x="244211" y="340201"/>
                      <a:pt x="244111" y="352315"/>
                    </a:cubicBezTo>
                    <a:cubicBezTo>
                      <a:pt x="244007" y="393625"/>
                      <a:pt x="269420" y="430706"/>
                      <a:pt x="307983" y="445516"/>
                    </a:cubicBezTo>
                    <a:cubicBezTo>
                      <a:pt x="311978" y="447087"/>
                      <a:pt x="316074" y="448391"/>
                      <a:pt x="320243" y="449411"/>
                    </a:cubicBezTo>
                    <a:lnTo>
                      <a:pt x="320853" y="449411"/>
                    </a:lnTo>
                    <a:lnTo>
                      <a:pt x="580238" y="531673"/>
                    </a:lnTo>
                    <a:lnTo>
                      <a:pt x="581220" y="532045"/>
                    </a:lnTo>
                    <a:cubicBezTo>
                      <a:pt x="585629" y="533972"/>
                      <a:pt x="590225" y="535439"/>
                      <a:pt x="594936" y="536414"/>
                    </a:cubicBezTo>
                    <a:cubicBezTo>
                      <a:pt x="638251" y="543797"/>
                      <a:pt x="666361" y="517415"/>
                      <a:pt x="674997" y="487951"/>
                    </a:cubicBezTo>
                    <a:cubicBezTo>
                      <a:pt x="683633" y="458487"/>
                      <a:pt x="674353" y="420861"/>
                      <a:pt x="633984" y="403826"/>
                    </a:cubicBezTo>
                    <a:cubicBezTo>
                      <a:pt x="633300" y="403599"/>
                      <a:pt x="632643" y="403305"/>
                      <a:pt x="632020" y="402946"/>
                    </a:cubicBezTo>
                    <a:close/>
                  </a:path>
                </a:pathLst>
              </a:custGeom>
              <a:solidFill>
                <a:srgbClr val="505050"/>
              </a:solidFill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384048E9-4C6E-F785-1F72-109CA7CE0199}"/>
                </a:ext>
              </a:extLst>
            </p:cNvPr>
            <p:cNvSpPr/>
            <p:nvPr/>
          </p:nvSpPr>
          <p:spPr>
            <a:xfrm>
              <a:off x="995046" y="1276363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5B924BDF-A4EE-E4EF-7C04-7E0AC3EEDD9F}"/>
                </a:ext>
              </a:extLst>
            </p:cNvPr>
            <p:cNvGrpSpPr/>
            <p:nvPr/>
          </p:nvGrpSpPr>
          <p:grpSpPr>
            <a:xfrm>
              <a:off x="1176035" y="1336522"/>
              <a:ext cx="257171" cy="261308"/>
              <a:chOff x="3607366" y="1982624"/>
              <a:chExt cx="940818" cy="1088559"/>
            </a:xfrm>
          </p:grpSpPr>
          <p:grpSp>
            <p:nvGrpSpPr>
              <p:cNvPr id="41" name="ee4p_icon_group">
                <a:extLst>
                  <a:ext uri="{FF2B5EF4-FFF2-40B4-BE49-F238E27FC236}">
                    <a16:creationId xmlns:a16="http://schemas.microsoft.com/office/drawing/2014/main" id="{50255A22-604D-347C-F8ED-F02331301A8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35493" y="2509180"/>
                <a:ext cx="726059" cy="562003"/>
                <a:chOff x="4032000" y="2888964"/>
                <a:chExt cx="1080000" cy="1080000"/>
              </a:xfrm>
              <a:solidFill>
                <a:srgbClr val="C00000"/>
              </a:solidFill>
            </p:grpSpPr>
            <p:grpSp>
              <p:nvGrpSpPr>
                <p:cNvPr id="45" name="ee4p_icon_frame">
                  <a:extLst>
                    <a:ext uri="{FF2B5EF4-FFF2-40B4-BE49-F238E27FC236}">
                      <a16:creationId xmlns:a16="http://schemas.microsoft.com/office/drawing/2014/main" id="{B3AE7520-05F6-2596-5230-22EE2CC92EC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2000" y="2888964"/>
                  <a:ext cx="1080000" cy="1080000"/>
                  <a:chOff x="4737100" y="1701800"/>
                  <a:chExt cx="1098550" cy="1098550"/>
                </a:xfrm>
                <a:grpFill/>
              </p:grpSpPr>
              <p:cxnSp>
                <p:nvCxnSpPr>
                  <p:cNvPr id="47" name="ee4p_icon_frame_top">
                    <a:extLst>
                      <a:ext uri="{FF2B5EF4-FFF2-40B4-BE49-F238E27FC236}">
                        <a16:creationId xmlns:a16="http://schemas.microsoft.com/office/drawing/2014/main" id="{6A117802-EF4E-673B-34D2-ABCB4A79B5CE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48" name="ee4p_icon_frame_bottom">
                    <a:extLst>
                      <a:ext uri="{FF2B5EF4-FFF2-40B4-BE49-F238E27FC236}">
                        <a16:creationId xmlns:a16="http://schemas.microsoft.com/office/drawing/2014/main" id="{2A045837-E0AD-485D-453D-A777252104F6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49" name="ee4p_icon_frame_left">
                    <a:extLst>
                      <a:ext uri="{FF2B5EF4-FFF2-40B4-BE49-F238E27FC236}">
                        <a16:creationId xmlns:a16="http://schemas.microsoft.com/office/drawing/2014/main" id="{2CC87C1D-72CD-A628-0212-D7FA0B344A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50" name="ee4p_icon_frame_right">
                    <a:extLst>
                      <a:ext uri="{FF2B5EF4-FFF2-40B4-BE49-F238E27FC236}">
                        <a16:creationId xmlns:a16="http://schemas.microsoft.com/office/drawing/2014/main" id="{E0A72A6B-06FF-5F15-D2A3-3238C802B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46" name="ee4p_icon">
                  <a:extLst>
                    <a:ext uri="{FF2B5EF4-FFF2-40B4-BE49-F238E27FC236}">
                      <a16:creationId xmlns:a16="http://schemas.microsoft.com/office/drawing/2014/main" id="{CCBDF71A-3CF0-6390-C819-1D1D42D2FF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61739" y="2921166"/>
                  <a:ext cx="820521" cy="1015596"/>
                </a:xfrm>
                <a:custGeom>
                  <a:avLst/>
                  <a:gdLst>
                    <a:gd name="connsiteX0" fmla="*/ 820522 w 820521"/>
                    <a:gd name="connsiteY0" fmla="*/ 898858 h 1015596"/>
                    <a:gd name="connsiteX1" fmla="*/ 820522 w 820521"/>
                    <a:gd name="connsiteY1" fmla="*/ 1005436 h 1015596"/>
                    <a:gd name="connsiteX2" fmla="*/ 810362 w 820521"/>
                    <a:gd name="connsiteY2" fmla="*/ 1015596 h 1015596"/>
                    <a:gd name="connsiteX3" fmla="*/ 655659 w 820521"/>
                    <a:gd name="connsiteY3" fmla="*/ 1015596 h 1015596"/>
                    <a:gd name="connsiteX4" fmla="*/ 655659 w 820521"/>
                    <a:gd name="connsiteY4" fmla="*/ 995276 h 1015596"/>
                    <a:gd name="connsiteX5" fmla="*/ 800202 w 820521"/>
                    <a:gd name="connsiteY5" fmla="*/ 995276 h 1015596"/>
                    <a:gd name="connsiteX6" fmla="*/ 800202 w 820521"/>
                    <a:gd name="connsiteY6" fmla="*/ 909018 h 1015596"/>
                    <a:gd name="connsiteX7" fmla="*/ 20320 w 820521"/>
                    <a:gd name="connsiteY7" fmla="*/ 909018 h 1015596"/>
                    <a:gd name="connsiteX8" fmla="*/ 20320 w 820521"/>
                    <a:gd name="connsiteY8" fmla="*/ 995276 h 1015596"/>
                    <a:gd name="connsiteX9" fmla="*/ 516941 w 820521"/>
                    <a:gd name="connsiteY9" fmla="*/ 995276 h 1015596"/>
                    <a:gd name="connsiteX10" fmla="*/ 516941 w 820521"/>
                    <a:gd name="connsiteY10" fmla="*/ 1015596 h 1015596"/>
                    <a:gd name="connsiteX11" fmla="*/ 10160 w 820521"/>
                    <a:gd name="connsiteY11" fmla="*/ 1015596 h 1015596"/>
                    <a:gd name="connsiteX12" fmla="*/ 0 w 820521"/>
                    <a:gd name="connsiteY12" fmla="*/ 1005436 h 1015596"/>
                    <a:gd name="connsiteX13" fmla="*/ 0 w 820521"/>
                    <a:gd name="connsiteY13" fmla="*/ 898858 h 1015596"/>
                    <a:gd name="connsiteX14" fmla="*/ 10160 w 820521"/>
                    <a:gd name="connsiteY14" fmla="*/ 888698 h 1015596"/>
                    <a:gd name="connsiteX15" fmla="*/ 54661 w 820521"/>
                    <a:gd name="connsiteY15" fmla="*/ 888698 h 1015596"/>
                    <a:gd name="connsiteX16" fmla="*/ 89645 w 820521"/>
                    <a:gd name="connsiteY16" fmla="*/ 817849 h 1015596"/>
                    <a:gd name="connsiteX17" fmla="*/ 98687 w 820521"/>
                    <a:gd name="connsiteY17" fmla="*/ 812193 h 1015596"/>
                    <a:gd name="connsiteX18" fmla="*/ 268766 w 820521"/>
                    <a:gd name="connsiteY18" fmla="*/ 812193 h 1015596"/>
                    <a:gd name="connsiteX19" fmla="*/ 268766 w 820521"/>
                    <a:gd name="connsiteY19" fmla="*/ 832513 h 1015596"/>
                    <a:gd name="connsiteX20" fmla="*/ 105021 w 820521"/>
                    <a:gd name="connsiteY20" fmla="*/ 832513 h 1015596"/>
                    <a:gd name="connsiteX21" fmla="*/ 77284 w 820521"/>
                    <a:gd name="connsiteY21" fmla="*/ 888698 h 1015596"/>
                    <a:gd name="connsiteX22" fmla="*/ 743238 w 820521"/>
                    <a:gd name="connsiteY22" fmla="*/ 888698 h 1015596"/>
                    <a:gd name="connsiteX23" fmla="*/ 715501 w 820521"/>
                    <a:gd name="connsiteY23" fmla="*/ 832513 h 1015596"/>
                    <a:gd name="connsiteX24" fmla="*/ 561882 w 820521"/>
                    <a:gd name="connsiteY24" fmla="*/ 832513 h 1015596"/>
                    <a:gd name="connsiteX25" fmla="*/ 561882 w 820521"/>
                    <a:gd name="connsiteY25" fmla="*/ 858015 h 1015596"/>
                    <a:gd name="connsiteX26" fmla="*/ 541562 w 820521"/>
                    <a:gd name="connsiteY26" fmla="*/ 858015 h 1015596"/>
                    <a:gd name="connsiteX27" fmla="*/ 541562 w 820521"/>
                    <a:gd name="connsiteY27" fmla="*/ 822353 h 1015596"/>
                    <a:gd name="connsiteX28" fmla="*/ 551722 w 820521"/>
                    <a:gd name="connsiteY28" fmla="*/ 812193 h 1015596"/>
                    <a:gd name="connsiteX29" fmla="*/ 721834 w 820521"/>
                    <a:gd name="connsiteY29" fmla="*/ 812193 h 1015596"/>
                    <a:gd name="connsiteX30" fmla="*/ 730944 w 820521"/>
                    <a:gd name="connsiteY30" fmla="*/ 817849 h 1015596"/>
                    <a:gd name="connsiteX31" fmla="*/ 765861 w 820521"/>
                    <a:gd name="connsiteY31" fmla="*/ 888698 h 1015596"/>
                    <a:gd name="connsiteX32" fmla="*/ 810328 w 820521"/>
                    <a:gd name="connsiteY32" fmla="*/ 888698 h 1015596"/>
                    <a:gd name="connsiteX33" fmla="*/ 820522 w 820521"/>
                    <a:gd name="connsiteY33" fmla="*/ 898824 h 1015596"/>
                    <a:gd name="connsiteX34" fmla="*/ 820522 w 820521"/>
                    <a:gd name="connsiteY34" fmla="*/ 898858 h 1015596"/>
                    <a:gd name="connsiteX35" fmla="*/ 298975 w 820521"/>
                    <a:gd name="connsiteY35" fmla="*/ 783102 h 1015596"/>
                    <a:gd name="connsiteX36" fmla="*/ 312301 w 820521"/>
                    <a:gd name="connsiteY36" fmla="*/ 777730 h 1015596"/>
                    <a:gd name="connsiteX37" fmla="*/ 310557 w 820521"/>
                    <a:gd name="connsiteY37" fmla="*/ 767015 h 1015596"/>
                    <a:gd name="connsiteX38" fmla="*/ 277334 w 820521"/>
                    <a:gd name="connsiteY38" fmla="*/ 678962 h 1015596"/>
                    <a:gd name="connsiteX39" fmla="*/ 410430 w 820521"/>
                    <a:gd name="connsiteY39" fmla="*/ 431735 h 1015596"/>
                    <a:gd name="connsiteX40" fmla="*/ 520294 w 820521"/>
                    <a:gd name="connsiteY40" fmla="*/ 604828 h 1015596"/>
                    <a:gd name="connsiteX41" fmla="*/ 538615 w 820521"/>
                    <a:gd name="connsiteY41" fmla="*/ 595988 h 1015596"/>
                    <a:gd name="connsiteX42" fmla="*/ 418457 w 820521"/>
                    <a:gd name="connsiteY42" fmla="*/ 408672 h 1015596"/>
                    <a:gd name="connsiteX43" fmla="*/ 404202 w 820521"/>
                    <a:gd name="connsiteY43" fmla="*/ 406874 h 1015596"/>
                    <a:gd name="connsiteX44" fmla="*/ 402404 w 820521"/>
                    <a:gd name="connsiteY44" fmla="*/ 408672 h 1015596"/>
                    <a:gd name="connsiteX45" fmla="*/ 257014 w 820521"/>
                    <a:gd name="connsiteY45" fmla="*/ 678894 h 1015596"/>
                    <a:gd name="connsiteX46" fmla="*/ 272931 w 820521"/>
                    <a:gd name="connsiteY46" fmla="*/ 746864 h 1015596"/>
                    <a:gd name="connsiteX47" fmla="*/ 144407 w 820521"/>
                    <a:gd name="connsiteY47" fmla="*/ 519043 h 1015596"/>
                    <a:gd name="connsiteX48" fmla="*/ 410261 w 820521"/>
                    <a:gd name="connsiteY48" fmla="*/ 26927 h 1015596"/>
                    <a:gd name="connsiteX49" fmla="*/ 676284 w 820521"/>
                    <a:gd name="connsiteY49" fmla="*/ 519179 h 1015596"/>
                    <a:gd name="connsiteX50" fmla="*/ 513723 w 820521"/>
                    <a:gd name="connsiteY50" fmla="*/ 764306 h 1015596"/>
                    <a:gd name="connsiteX51" fmla="*/ 521648 w 820521"/>
                    <a:gd name="connsiteY51" fmla="*/ 783034 h 1015596"/>
                    <a:gd name="connsiteX52" fmla="*/ 696536 w 820521"/>
                    <a:gd name="connsiteY52" fmla="*/ 519179 h 1015596"/>
                    <a:gd name="connsiteX53" fmla="*/ 418220 w 820521"/>
                    <a:gd name="connsiteY53" fmla="*/ 3931 h 1015596"/>
                    <a:gd name="connsiteX54" fmla="*/ 403965 w 820521"/>
                    <a:gd name="connsiteY54" fmla="*/ 2134 h 1015596"/>
                    <a:gd name="connsiteX55" fmla="*/ 402167 w 820521"/>
                    <a:gd name="connsiteY55" fmla="*/ 3931 h 1015596"/>
                    <a:gd name="connsiteX56" fmla="*/ 123850 w 820521"/>
                    <a:gd name="connsiteY56" fmla="*/ 519179 h 1015596"/>
                    <a:gd name="connsiteX57" fmla="*/ 298806 w 820521"/>
                    <a:gd name="connsiteY57" fmla="*/ 783102 h 1015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820521" h="1015596">
                      <a:moveTo>
                        <a:pt x="820522" y="898858"/>
                      </a:moveTo>
                      <a:lnTo>
                        <a:pt x="820522" y="1005436"/>
                      </a:lnTo>
                      <a:cubicBezTo>
                        <a:pt x="820522" y="1011048"/>
                        <a:pt x="815973" y="1015596"/>
                        <a:pt x="810362" y="1015596"/>
                      </a:cubicBezTo>
                      <a:lnTo>
                        <a:pt x="655659" y="1015596"/>
                      </a:lnTo>
                      <a:lnTo>
                        <a:pt x="655659" y="995276"/>
                      </a:lnTo>
                      <a:lnTo>
                        <a:pt x="800202" y="995276"/>
                      </a:lnTo>
                      <a:lnTo>
                        <a:pt x="800202" y="909018"/>
                      </a:lnTo>
                      <a:lnTo>
                        <a:pt x="20320" y="909018"/>
                      </a:lnTo>
                      <a:lnTo>
                        <a:pt x="20320" y="995276"/>
                      </a:lnTo>
                      <a:lnTo>
                        <a:pt x="516941" y="995276"/>
                      </a:lnTo>
                      <a:lnTo>
                        <a:pt x="516941" y="1015596"/>
                      </a:lnTo>
                      <a:lnTo>
                        <a:pt x="10160" y="1015596"/>
                      </a:lnTo>
                      <a:cubicBezTo>
                        <a:pt x="4549" y="1015596"/>
                        <a:pt x="0" y="1011048"/>
                        <a:pt x="0" y="1005436"/>
                      </a:cubicBezTo>
                      <a:lnTo>
                        <a:pt x="0" y="898858"/>
                      </a:lnTo>
                      <a:cubicBezTo>
                        <a:pt x="0" y="893246"/>
                        <a:pt x="4549" y="888698"/>
                        <a:pt x="10160" y="888698"/>
                      </a:cubicBezTo>
                      <a:lnTo>
                        <a:pt x="54661" y="888698"/>
                      </a:lnTo>
                      <a:lnTo>
                        <a:pt x="89645" y="817849"/>
                      </a:lnTo>
                      <a:cubicBezTo>
                        <a:pt x="91348" y="814405"/>
                        <a:pt x="94847" y="812217"/>
                        <a:pt x="98687" y="812193"/>
                      </a:cubicBezTo>
                      <a:lnTo>
                        <a:pt x="268766" y="812193"/>
                      </a:lnTo>
                      <a:lnTo>
                        <a:pt x="268766" y="832513"/>
                      </a:lnTo>
                      <a:lnTo>
                        <a:pt x="105021" y="832513"/>
                      </a:lnTo>
                      <a:lnTo>
                        <a:pt x="77284" y="888698"/>
                      </a:lnTo>
                      <a:lnTo>
                        <a:pt x="743238" y="888698"/>
                      </a:lnTo>
                      <a:lnTo>
                        <a:pt x="715501" y="832513"/>
                      </a:lnTo>
                      <a:lnTo>
                        <a:pt x="561882" y="832513"/>
                      </a:lnTo>
                      <a:lnTo>
                        <a:pt x="561882" y="858015"/>
                      </a:lnTo>
                      <a:lnTo>
                        <a:pt x="541562" y="858015"/>
                      </a:lnTo>
                      <a:lnTo>
                        <a:pt x="541562" y="822353"/>
                      </a:lnTo>
                      <a:cubicBezTo>
                        <a:pt x="541562" y="816741"/>
                        <a:pt x="546110" y="812193"/>
                        <a:pt x="551722" y="812193"/>
                      </a:cubicBezTo>
                      <a:lnTo>
                        <a:pt x="721834" y="812193"/>
                      </a:lnTo>
                      <a:cubicBezTo>
                        <a:pt x="725698" y="812193"/>
                        <a:pt x="729231" y="814384"/>
                        <a:pt x="730944" y="817849"/>
                      </a:cubicBezTo>
                      <a:lnTo>
                        <a:pt x="765861" y="888698"/>
                      </a:lnTo>
                      <a:lnTo>
                        <a:pt x="810328" y="888698"/>
                      </a:lnTo>
                      <a:cubicBezTo>
                        <a:pt x="815939" y="888678"/>
                        <a:pt x="820501" y="893212"/>
                        <a:pt x="820522" y="898824"/>
                      </a:cubicBezTo>
                      <a:cubicBezTo>
                        <a:pt x="820522" y="898834"/>
                        <a:pt x="820522" y="898848"/>
                        <a:pt x="820522" y="898858"/>
                      </a:cubicBezTo>
                      <a:close/>
                      <a:moveTo>
                        <a:pt x="298975" y="783102"/>
                      </a:moveTo>
                      <a:cubicBezTo>
                        <a:pt x="304140" y="785300"/>
                        <a:pt x="310104" y="782895"/>
                        <a:pt x="312301" y="777730"/>
                      </a:cubicBezTo>
                      <a:cubicBezTo>
                        <a:pt x="313839" y="774120"/>
                        <a:pt x="313158" y="769951"/>
                        <a:pt x="310557" y="767015"/>
                      </a:cubicBezTo>
                      <a:cubicBezTo>
                        <a:pt x="289120" y="742695"/>
                        <a:pt x="277304" y="711382"/>
                        <a:pt x="277334" y="678962"/>
                      </a:cubicBezTo>
                      <a:cubicBezTo>
                        <a:pt x="277334" y="614615"/>
                        <a:pt x="380492" y="471867"/>
                        <a:pt x="410430" y="431735"/>
                      </a:cubicBezTo>
                      <a:cubicBezTo>
                        <a:pt x="431326" y="459709"/>
                        <a:pt x="488019" y="537975"/>
                        <a:pt x="520294" y="604828"/>
                      </a:cubicBezTo>
                      <a:lnTo>
                        <a:pt x="538615" y="595988"/>
                      </a:lnTo>
                      <a:cubicBezTo>
                        <a:pt x="497772" y="511322"/>
                        <a:pt x="421674" y="412804"/>
                        <a:pt x="418457" y="408672"/>
                      </a:cubicBezTo>
                      <a:cubicBezTo>
                        <a:pt x="415016" y="404239"/>
                        <a:pt x="408635" y="403433"/>
                        <a:pt x="404202" y="406874"/>
                      </a:cubicBezTo>
                      <a:cubicBezTo>
                        <a:pt x="403528" y="407395"/>
                        <a:pt x="402925" y="408001"/>
                        <a:pt x="402404" y="408672"/>
                      </a:cubicBezTo>
                      <a:cubicBezTo>
                        <a:pt x="396477" y="416326"/>
                        <a:pt x="257014" y="597241"/>
                        <a:pt x="257014" y="678894"/>
                      </a:cubicBezTo>
                      <a:cubicBezTo>
                        <a:pt x="257007" y="702475"/>
                        <a:pt x="262457" y="725738"/>
                        <a:pt x="272931" y="746864"/>
                      </a:cubicBezTo>
                      <a:cubicBezTo>
                        <a:pt x="193061" y="698757"/>
                        <a:pt x="144276" y="612282"/>
                        <a:pt x="144407" y="519043"/>
                      </a:cubicBezTo>
                      <a:cubicBezTo>
                        <a:pt x="144238" y="386354"/>
                        <a:pt x="364981" y="86972"/>
                        <a:pt x="410261" y="26927"/>
                      </a:cubicBezTo>
                      <a:cubicBezTo>
                        <a:pt x="455541" y="86905"/>
                        <a:pt x="676284" y="386286"/>
                        <a:pt x="676284" y="519179"/>
                      </a:cubicBezTo>
                      <a:cubicBezTo>
                        <a:pt x="676419" y="626174"/>
                        <a:pt x="612340" y="722802"/>
                        <a:pt x="513723" y="764306"/>
                      </a:cubicBezTo>
                      <a:lnTo>
                        <a:pt x="521648" y="783034"/>
                      </a:lnTo>
                      <a:cubicBezTo>
                        <a:pt x="627746" y="738310"/>
                        <a:pt x="696675" y="634319"/>
                        <a:pt x="696536" y="519179"/>
                      </a:cubicBezTo>
                      <a:cubicBezTo>
                        <a:pt x="696536" y="364950"/>
                        <a:pt x="429599" y="18596"/>
                        <a:pt x="418220" y="3931"/>
                      </a:cubicBezTo>
                      <a:cubicBezTo>
                        <a:pt x="414779" y="-502"/>
                        <a:pt x="408398" y="-1306"/>
                        <a:pt x="403965" y="2134"/>
                      </a:cubicBezTo>
                      <a:cubicBezTo>
                        <a:pt x="403291" y="2656"/>
                        <a:pt x="402688" y="3259"/>
                        <a:pt x="402167" y="3931"/>
                      </a:cubicBezTo>
                      <a:cubicBezTo>
                        <a:pt x="390787" y="18596"/>
                        <a:pt x="123850" y="364950"/>
                        <a:pt x="123850" y="519179"/>
                      </a:cubicBezTo>
                      <a:cubicBezTo>
                        <a:pt x="123697" y="634359"/>
                        <a:pt x="192659" y="738388"/>
                        <a:pt x="298806" y="783102"/>
                      </a:cubicBezTo>
                      <a:close/>
                    </a:path>
                  </a:pathLst>
                </a:custGeom>
                <a:grpFill/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0113F0D6-58CB-4460-EE30-0F610C454CF1}"/>
                  </a:ext>
                </a:extLst>
              </p:cNvPr>
              <p:cNvSpPr/>
              <p:nvPr/>
            </p:nvSpPr>
            <p:spPr>
              <a:xfrm>
                <a:off x="3607366" y="1982624"/>
                <a:ext cx="797945" cy="1053557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553CD9E8-444F-9D6F-71C7-E61F17EFF3C7}"/>
                  </a:ext>
                </a:extLst>
              </p:cNvPr>
              <p:cNvSpPr/>
              <p:nvPr/>
            </p:nvSpPr>
            <p:spPr>
              <a:xfrm>
                <a:off x="4405311" y="2642503"/>
                <a:ext cx="142873" cy="393678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785E2F14-BEFB-99B1-FD31-A76B954F16C0}"/>
                  </a:ext>
                </a:extLst>
              </p:cNvPr>
              <p:cNvSpPr/>
              <p:nvPr/>
            </p:nvSpPr>
            <p:spPr>
              <a:xfrm>
                <a:off x="4492531" y="2709520"/>
                <a:ext cx="45719" cy="259643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41A00299-31FA-1456-21B8-090E4FE2939E}"/>
                </a:ext>
              </a:extLst>
            </p:cNvPr>
            <p:cNvSpPr txBox="1"/>
            <p:nvPr/>
          </p:nvSpPr>
          <p:spPr>
            <a:xfrm>
              <a:off x="264164" y="-8925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HP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848033C7-847C-DDB2-721E-E80B1F2490E9}"/>
                </a:ext>
              </a:extLst>
            </p:cNvPr>
            <p:cNvSpPr txBox="1"/>
            <p:nvPr/>
          </p:nvSpPr>
          <p:spPr>
            <a:xfrm>
              <a:off x="264164" y="604312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CHP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B3631E90-8064-08FD-A667-C17FE74F0C00}"/>
                </a:ext>
              </a:extLst>
            </p:cNvPr>
            <p:cNvSpPr txBox="1"/>
            <p:nvPr/>
          </p:nvSpPr>
          <p:spPr>
            <a:xfrm>
              <a:off x="264164" y="1274500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Boiler</a:t>
              </a: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5ABC16BB-1FE9-8276-8C58-54BD7DEED328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 flipV="1">
              <a:off x="1589068" y="187804"/>
              <a:ext cx="687223" cy="585785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A953284-12AF-6E51-D4FD-AB182BCA51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1540" y="245008"/>
              <a:ext cx="644676" cy="528581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77CBBD9F-F94A-4290-D141-B95AC93DB395}"/>
                </a:ext>
              </a:extLst>
            </p:cNvPr>
            <p:cNvGrpSpPr/>
            <p:nvPr/>
          </p:nvGrpSpPr>
          <p:grpSpPr>
            <a:xfrm>
              <a:off x="2881222" y="-107546"/>
              <a:ext cx="357723" cy="566574"/>
              <a:chOff x="2971800" y="1416050"/>
              <a:chExt cx="357723" cy="566574"/>
            </a:xfrm>
          </p:grpSpPr>
          <p:sp>
            <p:nvSpPr>
              <p:cNvPr id="34" name="Flussdiagramm: Magnetplattenspeicher 33">
                <a:extLst>
                  <a:ext uri="{FF2B5EF4-FFF2-40B4-BE49-F238E27FC236}">
                    <a16:creationId xmlns:a16="http://schemas.microsoft.com/office/drawing/2014/main" id="{BFFD72D1-B07F-48FC-046C-7AFDB6CCB502}"/>
                  </a:ext>
                </a:extLst>
              </p:cNvPr>
              <p:cNvSpPr/>
              <p:nvPr/>
            </p:nvSpPr>
            <p:spPr>
              <a:xfrm>
                <a:off x="2971800" y="1672655"/>
                <a:ext cx="357723" cy="309969"/>
              </a:xfrm>
              <a:prstGeom prst="flowChartMagneticDisk">
                <a:avLst/>
              </a:prstGeom>
              <a:gradFill>
                <a:gsLst>
                  <a:gs pos="30000">
                    <a:srgbClr val="FFFFFF"/>
                  </a:gs>
                  <a:gs pos="100000">
                    <a:srgbClr val="00779A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5" name="Flussdiagramm: Magnetplattenspeicher 34">
                <a:extLst>
                  <a:ext uri="{FF2B5EF4-FFF2-40B4-BE49-F238E27FC236}">
                    <a16:creationId xmlns:a16="http://schemas.microsoft.com/office/drawing/2014/main" id="{B037888F-F3F4-D746-A188-EEA6B22F33E1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309969"/>
              </a:xfrm>
              <a:prstGeom prst="flowChartMagneticDisk">
                <a:avLst/>
              </a:prstGeom>
              <a:gradFill>
                <a:gsLst>
                  <a:gs pos="13000">
                    <a:srgbClr val="C00000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3F998244-C600-A843-AA5F-6DEA5518BEF1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74D7480B-BEE7-9D7C-E3AA-FDA2BCB582EE}"/>
                  </a:ext>
                </a:extLst>
              </p:cNvPr>
              <p:cNvSpPr/>
              <p:nvPr/>
            </p:nvSpPr>
            <p:spPr>
              <a:xfrm>
                <a:off x="2971800" y="1878853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9DED727A-65B5-0FB2-34EE-1722879DBCAB}"/>
                  </a:ext>
                </a:extLst>
              </p:cNvPr>
              <p:cNvCxnSpPr>
                <a:stCxn id="37" idx="2"/>
                <a:endCxn id="36" idx="2"/>
              </p:cNvCxnSpPr>
              <p:nvPr/>
            </p:nvCxnSpPr>
            <p:spPr>
              <a:xfrm flipV="1">
                <a:off x="2971800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9F21342A-BDE9-2ADE-31DC-C688D7927B27}"/>
                  </a:ext>
                </a:extLst>
              </p:cNvPr>
              <p:cNvCxnSpPr>
                <a:cxnSpLocks/>
                <a:stCxn id="37" idx="6"/>
                <a:endCxn id="36" idx="6"/>
              </p:cNvCxnSpPr>
              <p:nvPr/>
            </p:nvCxnSpPr>
            <p:spPr>
              <a:xfrm flipV="1">
                <a:off x="3329523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68B410DA-72D3-7F41-D219-238A0BAB35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5770" y="1481364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ysDash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7657DE1-8516-CBAB-1F59-E6F0C561EB33}"/>
                </a:ext>
              </a:extLst>
            </p:cNvPr>
            <p:cNvGrpSpPr/>
            <p:nvPr/>
          </p:nvGrpSpPr>
          <p:grpSpPr>
            <a:xfrm rot="6907281">
              <a:off x="2239298" y="11433"/>
              <a:ext cx="646352" cy="753053"/>
              <a:chOff x="1602412" y="2267042"/>
              <a:chExt cx="646352" cy="753053"/>
            </a:xfrm>
          </p:grpSpPr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C78B5116-FE2B-E248-55F3-78AC66C1A0E4}"/>
                  </a:ext>
                </a:extLst>
              </p:cNvPr>
              <p:cNvCxnSpPr>
                <a:cxnSpLocks/>
              </p:cNvCxnSpPr>
              <p:nvPr/>
            </p:nvCxnSpPr>
            <p:spPr>
              <a:xfrm rot="14692719" flipV="1">
                <a:off x="1745162" y="2399622"/>
                <a:ext cx="636181" cy="371022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4067946E-426E-BC27-3C4B-2FBA031D0749}"/>
                  </a:ext>
                </a:extLst>
              </p:cNvPr>
              <p:cNvCxnSpPr>
                <a:cxnSpLocks/>
              </p:cNvCxnSpPr>
              <p:nvPr/>
            </p:nvCxnSpPr>
            <p:spPr>
              <a:xfrm rot="14692719" flipV="1">
                <a:off x="1570476" y="2350584"/>
                <a:ext cx="701447" cy="63757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D59E9DF9-A282-66D0-3A25-952C723AACF0}"/>
                </a:ext>
              </a:extLst>
            </p:cNvPr>
            <p:cNvSpPr/>
            <p:nvPr/>
          </p:nvSpPr>
          <p:spPr>
            <a:xfrm>
              <a:off x="1991973" y="531647"/>
              <a:ext cx="540000" cy="54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Graphic 1">
              <a:extLst>
                <a:ext uri="{FF2B5EF4-FFF2-40B4-BE49-F238E27FC236}">
                  <a16:creationId xmlns:a16="http://schemas.microsoft.com/office/drawing/2014/main" id="{FD13FCEE-6BC7-7CB3-C418-9C5C48B302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08609" y="910887"/>
              <a:ext cx="733425" cy="686943"/>
            </a:xfrm>
            <a:custGeom>
              <a:avLst/>
              <a:gdLst>
                <a:gd name="connsiteX0" fmla="*/ 717156 w 733425"/>
                <a:gd name="connsiteY0" fmla="*/ 658358 h 686943"/>
                <a:gd name="connsiteX1" fmla="*/ 717156 w 733425"/>
                <a:gd name="connsiteY1" fmla="*/ 657368 h 686943"/>
                <a:gd name="connsiteX2" fmla="*/ 716547 w 733425"/>
                <a:gd name="connsiteY2" fmla="*/ 653225 h 686943"/>
                <a:gd name="connsiteX3" fmla="*/ 625478 w 733425"/>
                <a:gd name="connsiteY3" fmla="*/ 244812 h 686943"/>
                <a:gd name="connsiteX4" fmla="*/ 611191 w 733425"/>
                <a:gd name="connsiteY4" fmla="*/ 230524 h 686943"/>
                <a:gd name="connsiteX5" fmla="*/ 427834 w 733425"/>
                <a:gd name="connsiteY5" fmla="*/ 230524 h 686943"/>
                <a:gd name="connsiteX6" fmla="*/ 413547 w 733425"/>
                <a:gd name="connsiteY6" fmla="*/ 244812 h 686943"/>
                <a:gd name="connsiteX7" fmla="*/ 386363 w 733425"/>
                <a:gd name="connsiteY7" fmla="*/ 413880 h 686943"/>
                <a:gd name="connsiteX8" fmla="*/ 304610 w 733425"/>
                <a:gd name="connsiteY8" fmla="*/ 413880 h 686943"/>
                <a:gd name="connsiteX9" fmla="*/ 304610 w 733425"/>
                <a:gd name="connsiteY9" fmla="*/ 276368 h 686943"/>
                <a:gd name="connsiteX10" fmla="*/ 212931 w 733425"/>
                <a:gd name="connsiteY10" fmla="*/ 276368 h 686943"/>
                <a:gd name="connsiteX11" fmla="*/ 212931 w 733425"/>
                <a:gd name="connsiteY11" fmla="*/ 123577 h 686943"/>
                <a:gd name="connsiteX12" fmla="*/ 92669 w 733425"/>
                <a:gd name="connsiteY12" fmla="*/ 123577 h 686943"/>
                <a:gd name="connsiteX13" fmla="*/ 92669 w 733425"/>
                <a:gd name="connsiteY13" fmla="*/ 413890 h 686943"/>
                <a:gd name="connsiteX14" fmla="*/ 31556 w 733425"/>
                <a:gd name="connsiteY14" fmla="*/ 413890 h 686943"/>
                <a:gd name="connsiteX15" fmla="*/ 31556 w 733425"/>
                <a:gd name="connsiteY15" fmla="*/ 658368 h 686943"/>
                <a:gd name="connsiteX16" fmla="*/ 0 w 733425"/>
                <a:gd name="connsiteY16" fmla="*/ 658368 h 686943"/>
                <a:gd name="connsiteX17" fmla="*/ 0 w 733425"/>
                <a:gd name="connsiteY17" fmla="*/ 686943 h 686943"/>
                <a:gd name="connsiteX18" fmla="*/ 733425 w 733425"/>
                <a:gd name="connsiteY18" fmla="*/ 686943 h 686943"/>
                <a:gd name="connsiteX19" fmla="*/ 733425 w 733425"/>
                <a:gd name="connsiteY19" fmla="*/ 658368 h 686943"/>
                <a:gd name="connsiteX20" fmla="*/ 717156 w 733425"/>
                <a:gd name="connsiteY20" fmla="*/ 658368 h 686943"/>
                <a:gd name="connsiteX21" fmla="*/ 441693 w 733425"/>
                <a:gd name="connsiteY21" fmla="*/ 259099 h 686943"/>
                <a:gd name="connsiteX22" fmla="*/ 597332 w 733425"/>
                <a:gd name="connsiteY22" fmla="*/ 259099 h 686943"/>
                <a:gd name="connsiteX23" fmla="*/ 688248 w 733425"/>
                <a:gd name="connsiteY23" fmla="*/ 658358 h 686943"/>
                <a:gd name="connsiteX24" fmla="*/ 564356 w 733425"/>
                <a:gd name="connsiteY24" fmla="*/ 658358 h 686943"/>
                <a:gd name="connsiteX25" fmla="*/ 564356 w 733425"/>
                <a:gd name="connsiteY25" fmla="*/ 413880 h 686943"/>
                <a:gd name="connsiteX26" fmla="*/ 415633 w 733425"/>
                <a:gd name="connsiteY26" fmla="*/ 413880 h 686943"/>
                <a:gd name="connsiteX27" fmla="*/ 441693 w 733425"/>
                <a:gd name="connsiteY27" fmla="*/ 259099 h 686943"/>
                <a:gd name="connsiteX28" fmla="*/ 276025 w 733425"/>
                <a:gd name="connsiteY28" fmla="*/ 304943 h 686943"/>
                <a:gd name="connsiteX29" fmla="*/ 276025 w 733425"/>
                <a:gd name="connsiteY29" fmla="*/ 413890 h 686943"/>
                <a:gd name="connsiteX30" fmla="*/ 212922 w 733425"/>
                <a:gd name="connsiteY30" fmla="*/ 413890 h 686943"/>
                <a:gd name="connsiteX31" fmla="*/ 212922 w 733425"/>
                <a:gd name="connsiteY31" fmla="*/ 304943 h 686943"/>
                <a:gd name="connsiteX32" fmla="*/ 276025 w 733425"/>
                <a:gd name="connsiteY32" fmla="*/ 304943 h 686943"/>
                <a:gd name="connsiteX33" fmla="*/ 121244 w 733425"/>
                <a:gd name="connsiteY33" fmla="*/ 152152 h 686943"/>
                <a:gd name="connsiteX34" fmla="*/ 184347 w 733425"/>
                <a:gd name="connsiteY34" fmla="*/ 152152 h 686943"/>
                <a:gd name="connsiteX35" fmla="*/ 184347 w 733425"/>
                <a:gd name="connsiteY35" fmla="*/ 413890 h 686943"/>
                <a:gd name="connsiteX36" fmla="*/ 121244 w 733425"/>
                <a:gd name="connsiteY36" fmla="*/ 413890 h 686943"/>
                <a:gd name="connsiteX37" fmla="*/ 121244 w 733425"/>
                <a:gd name="connsiteY37" fmla="*/ 152152 h 686943"/>
                <a:gd name="connsiteX38" fmla="*/ 60131 w 733425"/>
                <a:gd name="connsiteY38" fmla="*/ 442455 h 686943"/>
                <a:gd name="connsiteX39" fmla="*/ 535781 w 733425"/>
                <a:gd name="connsiteY39" fmla="*/ 442455 h 686943"/>
                <a:gd name="connsiteX40" fmla="*/ 535781 w 733425"/>
                <a:gd name="connsiteY40" fmla="*/ 658358 h 686943"/>
                <a:gd name="connsiteX41" fmla="*/ 487956 w 733425"/>
                <a:gd name="connsiteY41" fmla="*/ 658358 h 686943"/>
                <a:gd name="connsiteX42" fmla="*/ 487956 w 733425"/>
                <a:gd name="connsiteY42" fmla="*/ 566680 h 686943"/>
                <a:gd name="connsiteX43" fmla="*/ 382981 w 733425"/>
                <a:gd name="connsiteY43" fmla="*/ 566680 h 686943"/>
                <a:gd name="connsiteX44" fmla="*/ 382981 w 733425"/>
                <a:gd name="connsiteY44" fmla="*/ 658358 h 686943"/>
                <a:gd name="connsiteX45" fmla="*/ 60131 w 733425"/>
                <a:gd name="connsiteY45" fmla="*/ 658358 h 686943"/>
                <a:gd name="connsiteX46" fmla="*/ 60131 w 733425"/>
                <a:gd name="connsiteY46" fmla="*/ 442455 h 686943"/>
                <a:gd name="connsiteX47" fmla="*/ 459381 w 733425"/>
                <a:gd name="connsiteY47" fmla="*/ 658358 h 686943"/>
                <a:gd name="connsiteX48" fmla="*/ 411556 w 733425"/>
                <a:gd name="connsiteY48" fmla="*/ 658358 h 686943"/>
                <a:gd name="connsiteX49" fmla="*/ 411556 w 733425"/>
                <a:gd name="connsiteY49" fmla="*/ 595255 h 686943"/>
                <a:gd name="connsiteX50" fmla="*/ 459381 w 733425"/>
                <a:gd name="connsiteY50" fmla="*/ 595255 h 686943"/>
                <a:gd name="connsiteX51" fmla="*/ 459381 w 733425"/>
                <a:gd name="connsiteY51" fmla="*/ 658358 h 686943"/>
                <a:gd name="connsiteX52" fmla="*/ 6458 w 733425"/>
                <a:gd name="connsiteY52" fmla="*/ 22489 h 686943"/>
                <a:gd name="connsiteX53" fmla="*/ 24079 w 733425"/>
                <a:gd name="connsiteY53" fmla="*/ 0 h 686943"/>
                <a:gd name="connsiteX54" fmla="*/ 143723 w 733425"/>
                <a:gd name="connsiteY54" fmla="*/ 39853 h 686943"/>
                <a:gd name="connsiteX55" fmla="*/ 330175 w 733425"/>
                <a:gd name="connsiteY55" fmla="*/ 56483 h 686943"/>
                <a:gd name="connsiteX56" fmla="*/ 411813 w 733425"/>
                <a:gd name="connsiteY56" fmla="*/ 62989 h 686943"/>
                <a:gd name="connsiteX57" fmla="*/ 495252 w 733425"/>
                <a:gd name="connsiteY57" fmla="*/ 63922 h 686943"/>
                <a:gd name="connsiteX58" fmla="*/ 564366 w 733425"/>
                <a:gd name="connsiteY58" fmla="*/ 198987 h 686943"/>
                <a:gd name="connsiteX59" fmla="*/ 535791 w 733425"/>
                <a:gd name="connsiteY59" fmla="*/ 198987 h 686943"/>
                <a:gd name="connsiteX60" fmla="*/ 482660 w 733425"/>
                <a:gd name="connsiteY60" fmla="*/ 89583 h 686943"/>
                <a:gd name="connsiteX61" fmla="*/ 417681 w 733425"/>
                <a:gd name="connsiteY61" fmla="*/ 90973 h 686943"/>
                <a:gd name="connsiteX62" fmla="*/ 311591 w 733425"/>
                <a:gd name="connsiteY62" fmla="*/ 78210 h 686943"/>
                <a:gd name="connsiteX63" fmla="*/ 161896 w 733425"/>
                <a:gd name="connsiteY63" fmla="*/ 61932 h 686943"/>
                <a:gd name="connsiteX64" fmla="*/ 6458 w 733425"/>
                <a:gd name="connsiteY64" fmla="*/ 22489 h 686943"/>
                <a:gd name="connsiteX65" fmla="*/ 106956 w 733425"/>
                <a:gd name="connsiteY65" fmla="*/ 581968 h 686943"/>
                <a:gd name="connsiteX66" fmla="*/ 168069 w 733425"/>
                <a:gd name="connsiteY66" fmla="*/ 581968 h 686943"/>
                <a:gd name="connsiteX67" fmla="*/ 168069 w 733425"/>
                <a:gd name="connsiteY67" fmla="*/ 610543 h 686943"/>
                <a:gd name="connsiteX68" fmla="*/ 106956 w 733425"/>
                <a:gd name="connsiteY68" fmla="*/ 610543 h 686943"/>
                <a:gd name="connsiteX69" fmla="*/ 106956 w 733425"/>
                <a:gd name="connsiteY69" fmla="*/ 581968 h 686943"/>
                <a:gd name="connsiteX70" fmla="*/ 198634 w 733425"/>
                <a:gd name="connsiteY70" fmla="*/ 581968 h 686943"/>
                <a:gd name="connsiteX71" fmla="*/ 259747 w 733425"/>
                <a:gd name="connsiteY71" fmla="*/ 581968 h 686943"/>
                <a:gd name="connsiteX72" fmla="*/ 259747 w 733425"/>
                <a:gd name="connsiteY72" fmla="*/ 610543 h 686943"/>
                <a:gd name="connsiteX73" fmla="*/ 198634 w 733425"/>
                <a:gd name="connsiteY73" fmla="*/ 610543 h 686943"/>
                <a:gd name="connsiteX74" fmla="*/ 198634 w 733425"/>
                <a:gd name="connsiteY74" fmla="*/ 581968 h 686943"/>
                <a:gd name="connsiteX75" fmla="*/ 351434 w 733425"/>
                <a:gd name="connsiteY75" fmla="*/ 581968 h 686943"/>
                <a:gd name="connsiteX76" fmla="*/ 351434 w 733425"/>
                <a:gd name="connsiteY76" fmla="*/ 610543 h 686943"/>
                <a:gd name="connsiteX77" fmla="*/ 290322 w 733425"/>
                <a:gd name="connsiteY77" fmla="*/ 610543 h 686943"/>
                <a:gd name="connsiteX78" fmla="*/ 290322 w 733425"/>
                <a:gd name="connsiteY78" fmla="*/ 581968 h 686943"/>
                <a:gd name="connsiteX79" fmla="*/ 351434 w 733425"/>
                <a:gd name="connsiteY79" fmla="*/ 581968 h 6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33425" h="686943">
                  <a:moveTo>
                    <a:pt x="717156" y="658358"/>
                  </a:moveTo>
                  <a:lnTo>
                    <a:pt x="717156" y="657368"/>
                  </a:lnTo>
                  <a:cubicBezTo>
                    <a:pt x="717156" y="655968"/>
                    <a:pt x="716956" y="654568"/>
                    <a:pt x="716547" y="653225"/>
                  </a:cubicBezTo>
                  <a:cubicBezTo>
                    <a:pt x="715632" y="650224"/>
                    <a:pt x="625478" y="350987"/>
                    <a:pt x="625478" y="244812"/>
                  </a:cubicBezTo>
                  <a:cubicBezTo>
                    <a:pt x="625478" y="236925"/>
                    <a:pt x="619077" y="230524"/>
                    <a:pt x="611191" y="230524"/>
                  </a:cubicBezTo>
                  <a:lnTo>
                    <a:pt x="427834" y="230524"/>
                  </a:lnTo>
                  <a:cubicBezTo>
                    <a:pt x="419948" y="230524"/>
                    <a:pt x="413547" y="236925"/>
                    <a:pt x="413547" y="244812"/>
                  </a:cubicBezTo>
                  <a:cubicBezTo>
                    <a:pt x="413547" y="278559"/>
                    <a:pt x="404384" y="335451"/>
                    <a:pt x="386363" y="413880"/>
                  </a:cubicBezTo>
                  <a:lnTo>
                    <a:pt x="304610" y="413880"/>
                  </a:lnTo>
                  <a:lnTo>
                    <a:pt x="304610" y="276368"/>
                  </a:lnTo>
                  <a:lnTo>
                    <a:pt x="212931" y="276368"/>
                  </a:lnTo>
                  <a:lnTo>
                    <a:pt x="212931" y="123577"/>
                  </a:lnTo>
                  <a:lnTo>
                    <a:pt x="92669" y="123577"/>
                  </a:lnTo>
                  <a:lnTo>
                    <a:pt x="92669" y="413890"/>
                  </a:lnTo>
                  <a:lnTo>
                    <a:pt x="31556" y="413890"/>
                  </a:lnTo>
                  <a:lnTo>
                    <a:pt x="31556" y="658368"/>
                  </a:lnTo>
                  <a:lnTo>
                    <a:pt x="0" y="658368"/>
                  </a:lnTo>
                  <a:lnTo>
                    <a:pt x="0" y="686943"/>
                  </a:lnTo>
                  <a:lnTo>
                    <a:pt x="733425" y="686943"/>
                  </a:lnTo>
                  <a:lnTo>
                    <a:pt x="733425" y="658368"/>
                  </a:lnTo>
                  <a:lnTo>
                    <a:pt x="717156" y="658368"/>
                  </a:lnTo>
                  <a:close/>
                  <a:moveTo>
                    <a:pt x="441693" y="259099"/>
                  </a:moveTo>
                  <a:lnTo>
                    <a:pt x="597332" y="259099"/>
                  </a:lnTo>
                  <a:cubicBezTo>
                    <a:pt x="603656" y="373323"/>
                    <a:pt x="678580" y="626135"/>
                    <a:pt x="688248" y="658358"/>
                  </a:cubicBezTo>
                  <a:lnTo>
                    <a:pt x="564356" y="658358"/>
                  </a:lnTo>
                  <a:lnTo>
                    <a:pt x="564356" y="413880"/>
                  </a:lnTo>
                  <a:lnTo>
                    <a:pt x="415633" y="413880"/>
                  </a:lnTo>
                  <a:cubicBezTo>
                    <a:pt x="430940" y="346424"/>
                    <a:pt x="439741" y="294389"/>
                    <a:pt x="441693" y="259099"/>
                  </a:cubicBezTo>
                  <a:close/>
                  <a:moveTo>
                    <a:pt x="276025" y="304943"/>
                  </a:moveTo>
                  <a:lnTo>
                    <a:pt x="276025" y="413890"/>
                  </a:lnTo>
                  <a:lnTo>
                    <a:pt x="212922" y="413890"/>
                  </a:lnTo>
                  <a:lnTo>
                    <a:pt x="212922" y="304943"/>
                  </a:lnTo>
                  <a:lnTo>
                    <a:pt x="276025" y="304943"/>
                  </a:lnTo>
                  <a:close/>
                  <a:moveTo>
                    <a:pt x="121244" y="152152"/>
                  </a:moveTo>
                  <a:lnTo>
                    <a:pt x="184347" y="152152"/>
                  </a:lnTo>
                  <a:lnTo>
                    <a:pt x="184347" y="413890"/>
                  </a:lnTo>
                  <a:lnTo>
                    <a:pt x="121244" y="413890"/>
                  </a:lnTo>
                  <a:lnTo>
                    <a:pt x="121244" y="152152"/>
                  </a:lnTo>
                  <a:close/>
                  <a:moveTo>
                    <a:pt x="60131" y="442455"/>
                  </a:moveTo>
                  <a:lnTo>
                    <a:pt x="535781" y="442455"/>
                  </a:lnTo>
                  <a:lnTo>
                    <a:pt x="535781" y="658358"/>
                  </a:lnTo>
                  <a:lnTo>
                    <a:pt x="487956" y="658358"/>
                  </a:lnTo>
                  <a:lnTo>
                    <a:pt x="487956" y="566680"/>
                  </a:lnTo>
                  <a:lnTo>
                    <a:pt x="382981" y="566680"/>
                  </a:lnTo>
                  <a:lnTo>
                    <a:pt x="382981" y="658358"/>
                  </a:lnTo>
                  <a:lnTo>
                    <a:pt x="60131" y="658358"/>
                  </a:lnTo>
                  <a:lnTo>
                    <a:pt x="60131" y="442455"/>
                  </a:lnTo>
                  <a:close/>
                  <a:moveTo>
                    <a:pt x="459381" y="658358"/>
                  </a:moveTo>
                  <a:lnTo>
                    <a:pt x="411556" y="658358"/>
                  </a:lnTo>
                  <a:lnTo>
                    <a:pt x="411556" y="595255"/>
                  </a:lnTo>
                  <a:lnTo>
                    <a:pt x="459381" y="595255"/>
                  </a:lnTo>
                  <a:lnTo>
                    <a:pt x="459381" y="658358"/>
                  </a:lnTo>
                  <a:close/>
                  <a:moveTo>
                    <a:pt x="6458" y="22489"/>
                  </a:moveTo>
                  <a:lnTo>
                    <a:pt x="24079" y="0"/>
                  </a:lnTo>
                  <a:cubicBezTo>
                    <a:pt x="49987" y="20269"/>
                    <a:pt x="113481" y="64789"/>
                    <a:pt x="143723" y="39853"/>
                  </a:cubicBezTo>
                  <a:cubicBezTo>
                    <a:pt x="197025" y="-4020"/>
                    <a:pt x="266719" y="2162"/>
                    <a:pt x="330175" y="56483"/>
                  </a:cubicBezTo>
                  <a:cubicBezTo>
                    <a:pt x="352330" y="75448"/>
                    <a:pt x="379905" y="69685"/>
                    <a:pt x="411813" y="62989"/>
                  </a:cubicBezTo>
                  <a:cubicBezTo>
                    <a:pt x="439912" y="57102"/>
                    <a:pt x="468992" y="51025"/>
                    <a:pt x="495252" y="63922"/>
                  </a:cubicBezTo>
                  <a:cubicBezTo>
                    <a:pt x="559022" y="95260"/>
                    <a:pt x="564366" y="147828"/>
                    <a:pt x="564366" y="198987"/>
                  </a:cubicBezTo>
                  <a:lnTo>
                    <a:pt x="535791" y="198987"/>
                  </a:lnTo>
                  <a:cubicBezTo>
                    <a:pt x="535791" y="144961"/>
                    <a:pt x="527323" y="111519"/>
                    <a:pt x="482660" y="89583"/>
                  </a:cubicBezTo>
                  <a:cubicBezTo>
                    <a:pt x="465211" y="81001"/>
                    <a:pt x="442122" y="85849"/>
                    <a:pt x="417681" y="90973"/>
                  </a:cubicBezTo>
                  <a:cubicBezTo>
                    <a:pt x="383353" y="98184"/>
                    <a:pt x="344434" y="106318"/>
                    <a:pt x="311591" y="78210"/>
                  </a:cubicBezTo>
                  <a:cubicBezTo>
                    <a:pt x="286607" y="56826"/>
                    <a:pt x="221990" y="12411"/>
                    <a:pt x="161896" y="61932"/>
                  </a:cubicBezTo>
                  <a:cubicBezTo>
                    <a:pt x="128378" y="89487"/>
                    <a:pt x="74638" y="75886"/>
                    <a:pt x="6458" y="22489"/>
                  </a:cubicBezTo>
                  <a:close/>
                  <a:moveTo>
                    <a:pt x="106956" y="581968"/>
                  </a:moveTo>
                  <a:lnTo>
                    <a:pt x="168069" y="581968"/>
                  </a:lnTo>
                  <a:lnTo>
                    <a:pt x="168069" y="610543"/>
                  </a:lnTo>
                  <a:lnTo>
                    <a:pt x="106956" y="610543"/>
                  </a:lnTo>
                  <a:lnTo>
                    <a:pt x="106956" y="581968"/>
                  </a:lnTo>
                  <a:close/>
                  <a:moveTo>
                    <a:pt x="198634" y="581968"/>
                  </a:moveTo>
                  <a:lnTo>
                    <a:pt x="259747" y="581968"/>
                  </a:lnTo>
                  <a:lnTo>
                    <a:pt x="259747" y="610543"/>
                  </a:lnTo>
                  <a:lnTo>
                    <a:pt x="198634" y="610543"/>
                  </a:lnTo>
                  <a:lnTo>
                    <a:pt x="198634" y="581968"/>
                  </a:lnTo>
                  <a:close/>
                  <a:moveTo>
                    <a:pt x="351434" y="581968"/>
                  </a:moveTo>
                  <a:lnTo>
                    <a:pt x="351434" y="610543"/>
                  </a:lnTo>
                  <a:lnTo>
                    <a:pt x="290322" y="610543"/>
                  </a:lnTo>
                  <a:lnTo>
                    <a:pt x="290322" y="581968"/>
                  </a:lnTo>
                  <a:lnTo>
                    <a:pt x="351434" y="58196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DC2B0427-37E4-673C-A37D-503971B9AB86}"/>
                </a:ext>
              </a:extLst>
            </p:cNvPr>
            <p:cNvSpPr txBox="1"/>
            <p:nvPr/>
          </p:nvSpPr>
          <p:spPr>
            <a:xfrm>
              <a:off x="1772954" y="1570858"/>
              <a:ext cx="19286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aggregated</a:t>
              </a:r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heat</a:t>
              </a:r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</a:t>
              </a:r>
              <a:endPara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3A662234-64AE-A8DC-D457-A63B47FF0CF9}"/>
              </a:ext>
            </a:extLst>
          </p:cNvPr>
          <p:cNvCxnSpPr>
            <a:cxnSpLocks/>
          </p:cNvCxnSpPr>
          <p:nvPr/>
        </p:nvCxnSpPr>
        <p:spPr>
          <a:xfrm flipH="1" flipV="1">
            <a:off x="4945856" y="1777924"/>
            <a:ext cx="484453" cy="815774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A356131-F6AC-C1DF-C1C8-5133A1788822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4901145" y="1819787"/>
            <a:ext cx="385954" cy="675143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4A88D501-1E83-7804-3591-CF30FAC1178A}"/>
              </a:ext>
            </a:extLst>
          </p:cNvPr>
          <p:cNvGrpSpPr/>
          <p:nvPr/>
        </p:nvGrpSpPr>
        <p:grpSpPr>
          <a:xfrm rot="13563808">
            <a:off x="6467815" y="1505598"/>
            <a:ext cx="486559" cy="39876"/>
            <a:chOff x="3517102" y="3430844"/>
            <a:chExt cx="728967" cy="30049"/>
          </a:xfrm>
        </p:grpSpPr>
        <p:cxnSp>
          <p:nvCxnSpPr>
            <p:cNvPr id="145" name="Gerader Verbinder 144">
              <a:extLst>
                <a:ext uri="{FF2B5EF4-FFF2-40B4-BE49-F238E27FC236}">
                  <a16:creationId xmlns:a16="http://schemas.microsoft.com/office/drawing/2014/main" id="{C936592E-CE92-FA2D-918F-E43074B2DBB9}"/>
                </a:ext>
              </a:extLst>
            </p:cNvPr>
            <p:cNvCxnSpPr>
              <a:cxnSpLocks/>
            </p:cNvCxnSpPr>
            <p:nvPr/>
          </p:nvCxnSpPr>
          <p:spPr>
            <a:xfrm rot="8036192">
              <a:off x="3924885" y="3119578"/>
              <a:ext cx="9917" cy="63245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Gerader Verbinder 145">
              <a:extLst>
                <a:ext uri="{FF2B5EF4-FFF2-40B4-BE49-F238E27FC236}">
                  <a16:creationId xmlns:a16="http://schemas.microsoft.com/office/drawing/2014/main" id="{60F590D8-8BF7-EAE6-1255-B070DC78921E}"/>
                </a:ext>
              </a:extLst>
            </p:cNvPr>
            <p:cNvCxnSpPr>
              <a:cxnSpLocks/>
            </p:cNvCxnSpPr>
            <p:nvPr/>
          </p:nvCxnSpPr>
          <p:spPr>
            <a:xfrm rot="8036192">
              <a:off x="3864761" y="3107912"/>
              <a:ext cx="5322" cy="700639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75A59FB5-6D70-580A-BD77-7D45BBF8BDBB}"/>
              </a:ext>
            </a:extLst>
          </p:cNvPr>
          <p:cNvGrpSpPr/>
          <p:nvPr/>
        </p:nvGrpSpPr>
        <p:grpSpPr>
          <a:xfrm rot="16554602">
            <a:off x="6709276" y="2403700"/>
            <a:ext cx="714109" cy="590283"/>
            <a:chOff x="1652355" y="2376219"/>
            <a:chExt cx="713901" cy="475364"/>
          </a:xfrm>
        </p:grpSpPr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D15E52EC-15E2-6144-A757-92940A4D7F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8DF618B4-C98F-75FD-3447-0581866AAA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7D57ED68-2913-A6B2-E649-FCDFD867CF88}"/>
              </a:ext>
            </a:extLst>
          </p:cNvPr>
          <p:cNvGrpSpPr/>
          <p:nvPr/>
        </p:nvGrpSpPr>
        <p:grpSpPr>
          <a:xfrm rot="19134781">
            <a:off x="5704779" y="2783168"/>
            <a:ext cx="1023328" cy="501036"/>
            <a:chOff x="1652355" y="2376219"/>
            <a:chExt cx="713901" cy="475364"/>
          </a:xfrm>
        </p:grpSpPr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833CA630-2056-3E2D-EC18-6E7E1A5168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6FA7842A-0F6C-B3C8-ED42-97A51E464B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49EAEEB7-B235-91A6-4643-1A510F69FBFA}"/>
              </a:ext>
            </a:extLst>
          </p:cNvPr>
          <p:cNvGrpSpPr/>
          <p:nvPr/>
        </p:nvGrpSpPr>
        <p:grpSpPr>
          <a:xfrm rot="18766551">
            <a:off x="5577238" y="2042124"/>
            <a:ext cx="808598" cy="852749"/>
            <a:chOff x="1652355" y="2376219"/>
            <a:chExt cx="713901" cy="475364"/>
          </a:xfrm>
        </p:grpSpPr>
        <p:cxnSp>
          <p:nvCxnSpPr>
            <p:cNvPr id="139" name="Gerader Verbinder 138">
              <a:extLst>
                <a:ext uri="{FF2B5EF4-FFF2-40B4-BE49-F238E27FC236}">
                  <a16:creationId xmlns:a16="http://schemas.microsoft.com/office/drawing/2014/main" id="{8CD5EB95-CD4E-AE72-E3BC-C1D891E7E1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Gerader Verbinder 139">
              <a:extLst>
                <a:ext uri="{FF2B5EF4-FFF2-40B4-BE49-F238E27FC236}">
                  <a16:creationId xmlns:a16="http://schemas.microsoft.com/office/drawing/2014/main" id="{5C4E7093-136B-6538-8C37-0C8DFBEB06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20FFF055-BACE-AB47-C110-D1CA1FBC9B12}"/>
              </a:ext>
            </a:extLst>
          </p:cNvPr>
          <p:cNvGrpSpPr/>
          <p:nvPr/>
        </p:nvGrpSpPr>
        <p:grpSpPr>
          <a:xfrm rot="19493042">
            <a:off x="6633254" y="2185814"/>
            <a:ext cx="600917" cy="382849"/>
            <a:chOff x="1628855" y="2376219"/>
            <a:chExt cx="737401" cy="511536"/>
          </a:xfrm>
        </p:grpSpPr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ED16C388-52E6-34F3-F0B8-9ABD86121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0680D752-2EFA-2440-5B06-EE7944DD10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28855" y="2469595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F6EA1896-7D4D-2E22-2D07-184373D77A2E}"/>
              </a:ext>
            </a:extLst>
          </p:cNvPr>
          <p:cNvGrpSpPr/>
          <p:nvPr/>
        </p:nvGrpSpPr>
        <p:grpSpPr>
          <a:xfrm rot="14815612">
            <a:off x="6279950" y="1769012"/>
            <a:ext cx="684826" cy="586653"/>
            <a:chOff x="1652355" y="2376219"/>
            <a:chExt cx="713901" cy="475364"/>
          </a:xfrm>
        </p:grpSpPr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9479877F-900B-2B06-FB90-0F947831B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9883" y="2376219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BA79FAA9-548F-DD33-B387-C25D7D3E7F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355" y="2433423"/>
              <a:ext cx="706373" cy="418160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78" name="Ellipse 77">
            <a:extLst>
              <a:ext uri="{FF2B5EF4-FFF2-40B4-BE49-F238E27FC236}">
                <a16:creationId xmlns:a16="http://schemas.microsoft.com/office/drawing/2014/main" id="{2B66746D-CB82-8EBC-5BE9-AE6231AE4F07}"/>
              </a:ext>
            </a:extLst>
          </p:cNvPr>
          <p:cNvSpPr/>
          <p:nvPr/>
        </p:nvSpPr>
        <p:spPr>
          <a:xfrm>
            <a:off x="6395762" y="2308545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71E4A38B-3482-67B0-AFE8-5DE5BC907C4C}"/>
              </a:ext>
            </a:extLst>
          </p:cNvPr>
          <p:cNvSpPr/>
          <p:nvPr/>
        </p:nvSpPr>
        <p:spPr>
          <a:xfrm>
            <a:off x="7123613" y="2216060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3F401977-C45B-1331-A7EC-15A5A2031E38}"/>
              </a:ext>
            </a:extLst>
          </p:cNvPr>
          <p:cNvSpPr/>
          <p:nvPr/>
        </p:nvSpPr>
        <p:spPr>
          <a:xfrm>
            <a:off x="5234463" y="2445626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30D8055F-80C7-446B-952E-93D7F0C59C4B}"/>
              </a:ext>
            </a:extLst>
          </p:cNvPr>
          <p:cNvSpPr/>
          <p:nvPr/>
        </p:nvSpPr>
        <p:spPr>
          <a:xfrm>
            <a:off x="5421358" y="3060206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0EF6824F-F6D3-5C64-1DD3-4398B5D5D161}"/>
              </a:ext>
            </a:extLst>
          </p:cNvPr>
          <p:cNvSpPr/>
          <p:nvPr/>
        </p:nvSpPr>
        <p:spPr>
          <a:xfrm>
            <a:off x="6626874" y="2765777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3065AB3C-BACC-8604-2D3D-9A6732039FF9}"/>
              </a:ext>
            </a:extLst>
          </p:cNvPr>
          <p:cNvSpPr/>
          <p:nvPr/>
        </p:nvSpPr>
        <p:spPr>
          <a:xfrm>
            <a:off x="4802485" y="1779175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F3A5F008-E2EC-8A83-AA6B-68A0DDF3C9C4}"/>
              </a:ext>
            </a:extLst>
          </p:cNvPr>
          <p:cNvSpPr/>
          <p:nvPr/>
        </p:nvSpPr>
        <p:spPr>
          <a:xfrm>
            <a:off x="6486867" y="1070981"/>
            <a:ext cx="449645" cy="225285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5" name="ee4p_icon_group">
            <a:extLst>
              <a:ext uri="{FF2B5EF4-FFF2-40B4-BE49-F238E27FC236}">
                <a16:creationId xmlns:a16="http://schemas.microsoft.com/office/drawing/2014/main" id="{F2D6FFAA-4D24-C40D-9D94-E3E7C2BC643E}"/>
              </a:ext>
            </a:extLst>
          </p:cNvPr>
          <p:cNvGrpSpPr>
            <a:grpSpLocks noChangeAspect="1"/>
          </p:cNvGrpSpPr>
          <p:nvPr/>
        </p:nvGrpSpPr>
        <p:grpSpPr>
          <a:xfrm>
            <a:off x="6552599" y="1116487"/>
            <a:ext cx="167007" cy="134270"/>
            <a:chOff x="4031948" y="2889067"/>
            <a:chExt cx="1080000" cy="1079999"/>
          </a:xfrm>
          <a:solidFill>
            <a:sysClr val="windowText" lastClr="000000">
              <a:lumMod val="95000"/>
              <a:lumOff val="5000"/>
            </a:sysClr>
          </a:solidFill>
        </p:grpSpPr>
        <p:grpSp>
          <p:nvGrpSpPr>
            <p:cNvPr id="129" name="ee4p_icon_frame">
              <a:extLst>
                <a:ext uri="{FF2B5EF4-FFF2-40B4-BE49-F238E27FC236}">
                  <a16:creationId xmlns:a16="http://schemas.microsoft.com/office/drawing/2014/main" id="{2962ADA3-7D56-A54C-0BF6-5B28BCFEA2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31948" y="2889067"/>
              <a:ext cx="1080000" cy="1079999"/>
              <a:chOff x="4737100" y="1701800"/>
              <a:chExt cx="1098550" cy="1098550"/>
            </a:xfrm>
            <a:grpFill/>
          </p:grpSpPr>
          <p:cxnSp>
            <p:nvCxnSpPr>
              <p:cNvPr id="131" name="ee4p_icon_frame_top">
                <a:extLst>
                  <a:ext uri="{FF2B5EF4-FFF2-40B4-BE49-F238E27FC236}">
                    <a16:creationId xmlns:a16="http://schemas.microsoft.com/office/drawing/2014/main" id="{FD13E455-24FC-0166-23AB-AF5BDC0DEE3E}"/>
                  </a:ext>
                </a:extLst>
              </p:cNvPr>
              <p:cNvCxnSpPr/>
              <p:nvPr/>
            </p:nvCxnSpPr>
            <p:spPr>
              <a:xfrm>
                <a:off x="4737100" y="170180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32" name="ee4p_icon_frame_bottom">
                <a:extLst>
                  <a:ext uri="{FF2B5EF4-FFF2-40B4-BE49-F238E27FC236}">
                    <a16:creationId xmlns:a16="http://schemas.microsoft.com/office/drawing/2014/main" id="{E93EA49F-AB5D-3379-B646-872DDEA25413}"/>
                  </a:ext>
                </a:extLst>
              </p:cNvPr>
              <p:cNvCxnSpPr/>
              <p:nvPr/>
            </p:nvCxnSpPr>
            <p:spPr>
              <a:xfrm>
                <a:off x="4737100" y="280035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33" name="ee4p_icon_frame_left">
                <a:extLst>
                  <a:ext uri="{FF2B5EF4-FFF2-40B4-BE49-F238E27FC236}">
                    <a16:creationId xmlns:a16="http://schemas.microsoft.com/office/drawing/2014/main" id="{9970FF8E-D562-8C77-CB31-F5A4CFC7F5F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8782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34" name="ee4p_icon_frame_right">
                <a:extLst>
                  <a:ext uri="{FF2B5EF4-FFF2-40B4-BE49-F238E27FC236}">
                    <a16:creationId xmlns:a16="http://schemas.microsoft.com/office/drawing/2014/main" id="{34515ED3-8F9F-F2EE-565B-FD28D1D3D2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8637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</p:grpSp>
        <p:sp>
          <p:nvSpPr>
            <p:cNvPr id="130" name="ee4p_icon">
              <a:extLst>
                <a:ext uri="{FF2B5EF4-FFF2-40B4-BE49-F238E27FC236}">
                  <a16:creationId xmlns:a16="http://schemas.microsoft.com/office/drawing/2014/main" id="{6A9ED044-B8D4-C356-1BD2-DEA3CD6ACF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3790" y="2933155"/>
              <a:ext cx="1016317" cy="991821"/>
            </a:xfrm>
            <a:custGeom>
              <a:avLst/>
              <a:gdLst>
                <a:gd name="connsiteX0" fmla="*/ 719165 w 1016317"/>
                <a:gd name="connsiteY0" fmla="*/ 485922 h 991821"/>
                <a:gd name="connsiteX1" fmla="*/ 719572 w 1016317"/>
                <a:gd name="connsiteY1" fmla="*/ 506242 h 991821"/>
                <a:gd name="connsiteX2" fmla="*/ 966799 w 1016317"/>
                <a:gd name="connsiteY2" fmla="*/ 576515 h 991821"/>
                <a:gd name="connsiteX3" fmla="*/ 992707 w 1016317"/>
                <a:gd name="connsiteY3" fmla="*/ 695624 h 991821"/>
                <a:gd name="connsiteX4" fmla="*/ 798413 w 1016317"/>
                <a:gd name="connsiteY4" fmla="*/ 955246 h 991821"/>
                <a:gd name="connsiteX5" fmla="*/ 673310 w 1016317"/>
                <a:gd name="connsiteY5" fmla="*/ 958429 h 991821"/>
                <a:gd name="connsiteX6" fmla="*/ 625693 w 1016317"/>
                <a:gd name="connsiteY6" fmla="*/ 819915 h 991821"/>
                <a:gd name="connsiteX7" fmla="*/ 565919 w 1016317"/>
                <a:gd name="connsiteY7" fmla="*/ 646382 h 991821"/>
                <a:gd name="connsiteX8" fmla="*/ 643406 w 1016317"/>
                <a:gd name="connsiteY8" fmla="*/ 490534 h 991821"/>
                <a:gd name="connsiteX9" fmla="*/ 627488 w 1016317"/>
                <a:gd name="connsiteY9" fmla="*/ 459032 h 991821"/>
                <a:gd name="connsiteX10" fmla="*/ 748325 w 1016317"/>
                <a:gd name="connsiteY10" fmla="*/ 321838 h 991821"/>
                <a:gd name="connsiteX11" fmla="*/ 856224 w 1016317"/>
                <a:gd name="connsiteY11" fmla="*/ 201205 h 991821"/>
                <a:gd name="connsiteX12" fmla="*/ 787441 w 1016317"/>
                <a:gd name="connsiteY12" fmla="*/ 73900 h 991821"/>
                <a:gd name="connsiteX13" fmla="*/ 447623 w 1016317"/>
                <a:gd name="connsiteY13" fmla="*/ 20831 h 991821"/>
                <a:gd name="connsiteX14" fmla="*/ 331832 w 1016317"/>
                <a:gd name="connsiteY14" fmla="*/ 191417 h 991821"/>
                <a:gd name="connsiteX15" fmla="*/ 352152 w 1016317"/>
                <a:gd name="connsiteY15" fmla="*/ 189927 h 991821"/>
                <a:gd name="connsiteX16" fmla="*/ 454023 w 1016317"/>
                <a:gd name="connsiteY16" fmla="*/ 40135 h 991821"/>
                <a:gd name="connsiteX17" fmla="*/ 774436 w 1016317"/>
                <a:gd name="connsiteY17" fmla="*/ 89445 h 991821"/>
                <a:gd name="connsiteX18" fmla="*/ 836107 w 1016317"/>
                <a:gd name="connsiteY18" fmla="*/ 198428 h 991821"/>
                <a:gd name="connsiteX19" fmla="*/ 736234 w 1016317"/>
                <a:gd name="connsiteY19" fmla="*/ 305582 h 991821"/>
                <a:gd name="connsiteX20" fmla="*/ 611165 w 1016317"/>
                <a:gd name="connsiteY20" fmla="*/ 440032 h 991821"/>
                <a:gd name="connsiteX21" fmla="*/ 452838 w 1016317"/>
                <a:gd name="connsiteY21" fmla="*/ 430956 h 991821"/>
                <a:gd name="connsiteX22" fmla="*/ 374775 w 1016317"/>
                <a:gd name="connsiteY22" fmla="*/ 284246 h 991821"/>
                <a:gd name="connsiteX23" fmla="*/ 355810 w 1016317"/>
                <a:gd name="connsiteY23" fmla="*/ 291425 h 991821"/>
                <a:gd name="connsiteX24" fmla="*/ 437598 w 1016317"/>
                <a:gd name="connsiteY24" fmla="*/ 444604 h 991821"/>
                <a:gd name="connsiteX25" fmla="*/ 412638 w 1016317"/>
                <a:gd name="connsiteY25" fmla="*/ 482941 h 991821"/>
                <a:gd name="connsiteX26" fmla="*/ 231960 w 1016317"/>
                <a:gd name="connsiteY26" fmla="*/ 455543 h 991821"/>
                <a:gd name="connsiteX27" fmla="*/ 72211 w 1016317"/>
                <a:gd name="connsiteY27" fmla="*/ 430211 h 991821"/>
                <a:gd name="connsiteX28" fmla="*/ 2310 w 1016317"/>
                <a:gd name="connsiteY28" fmla="*/ 556805 h 991821"/>
                <a:gd name="connsiteX29" fmla="*/ 141603 w 1016317"/>
                <a:gd name="connsiteY29" fmla="*/ 871290 h 991821"/>
                <a:gd name="connsiteX30" fmla="*/ 247708 w 1016317"/>
                <a:gd name="connsiteY30" fmla="*/ 913421 h 991821"/>
                <a:gd name="connsiteX31" fmla="*/ 353575 w 1016317"/>
                <a:gd name="connsiteY31" fmla="*/ 871765 h 991821"/>
                <a:gd name="connsiteX32" fmla="*/ 340875 w 1016317"/>
                <a:gd name="connsiteY32" fmla="*/ 855915 h 991821"/>
                <a:gd name="connsiteX33" fmla="*/ 154371 w 1016317"/>
                <a:gd name="connsiteY33" fmla="*/ 855644 h 991821"/>
                <a:gd name="connsiteX34" fmla="*/ 22460 w 1016317"/>
                <a:gd name="connsiteY34" fmla="*/ 559446 h 991821"/>
                <a:gd name="connsiteX35" fmla="*/ 80677 w 1016317"/>
                <a:gd name="connsiteY35" fmla="*/ 448634 h 991821"/>
                <a:gd name="connsiteX36" fmla="*/ 224848 w 1016317"/>
                <a:gd name="connsiteY36" fmla="*/ 474610 h 991821"/>
                <a:gd name="connsiteX37" fmla="*/ 405492 w 1016317"/>
                <a:gd name="connsiteY37" fmla="*/ 507054 h 991821"/>
                <a:gd name="connsiteX38" fmla="*/ 483623 w 1016317"/>
                <a:gd name="connsiteY38" fmla="*/ 645095 h 991821"/>
                <a:gd name="connsiteX39" fmla="*/ 399938 w 1016317"/>
                <a:gd name="connsiteY39" fmla="*/ 793567 h 991821"/>
                <a:gd name="connsiteX40" fmla="*/ 416127 w 1016317"/>
                <a:gd name="connsiteY40" fmla="*/ 805826 h 991821"/>
                <a:gd name="connsiteX41" fmla="*/ 503367 w 1016317"/>
                <a:gd name="connsiteY41" fmla="*/ 650615 h 991821"/>
                <a:gd name="connsiteX42" fmla="*/ 526633 w 1016317"/>
                <a:gd name="connsiteY42" fmla="*/ 652851 h 991821"/>
                <a:gd name="connsiteX43" fmla="*/ 541501 w 1016317"/>
                <a:gd name="connsiteY43" fmla="*/ 651936 h 991821"/>
                <a:gd name="connsiteX44" fmla="*/ 605848 w 1016317"/>
                <a:gd name="connsiteY44" fmla="*/ 823031 h 991821"/>
                <a:gd name="connsiteX45" fmla="*/ 661626 w 1016317"/>
                <a:gd name="connsiteY45" fmla="*/ 974889 h 991821"/>
                <a:gd name="connsiteX46" fmla="*/ 723297 w 1016317"/>
                <a:gd name="connsiteY46" fmla="*/ 991822 h 991821"/>
                <a:gd name="connsiteX47" fmla="*/ 806237 w 1016317"/>
                <a:gd name="connsiteY47" fmla="*/ 974076 h 991821"/>
                <a:gd name="connsiteX48" fmla="*/ 1012823 w 1016317"/>
                <a:gd name="connsiteY48" fmla="*/ 699045 h 991821"/>
                <a:gd name="connsiteX49" fmla="*/ 982343 w 1016317"/>
                <a:gd name="connsiteY49" fmla="*/ 563205 h 991821"/>
                <a:gd name="connsiteX50" fmla="*/ 719165 w 1016317"/>
                <a:gd name="connsiteY50" fmla="*/ 485922 h 991821"/>
                <a:gd name="connsiteX51" fmla="*/ 423713 w 1016317"/>
                <a:gd name="connsiteY51" fmla="*/ 529711 h 991821"/>
                <a:gd name="connsiteX52" fmla="*/ 526633 w 1016317"/>
                <a:gd name="connsiteY52" fmla="*/ 426723 h 991821"/>
                <a:gd name="connsiteX53" fmla="*/ 629622 w 1016317"/>
                <a:gd name="connsiteY53" fmla="*/ 529644 h 991821"/>
                <a:gd name="connsiteX54" fmla="*/ 526701 w 1016317"/>
                <a:gd name="connsiteY54" fmla="*/ 632632 h 991821"/>
                <a:gd name="connsiteX55" fmla="*/ 526633 w 1016317"/>
                <a:gd name="connsiteY55" fmla="*/ 632632 h 991821"/>
                <a:gd name="connsiteX56" fmla="*/ 423713 w 1016317"/>
                <a:gd name="connsiteY56" fmla="*/ 529711 h 9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016317" h="991821">
                  <a:moveTo>
                    <a:pt x="719165" y="485922"/>
                  </a:moveTo>
                  <a:lnTo>
                    <a:pt x="719572" y="506242"/>
                  </a:lnTo>
                  <a:cubicBezTo>
                    <a:pt x="788321" y="504921"/>
                    <a:pt x="911765" y="512270"/>
                    <a:pt x="966799" y="576515"/>
                  </a:cubicBezTo>
                  <a:cubicBezTo>
                    <a:pt x="992503" y="606453"/>
                    <a:pt x="1001207" y="646551"/>
                    <a:pt x="992707" y="695624"/>
                  </a:cubicBezTo>
                  <a:cubicBezTo>
                    <a:pt x="961414" y="875964"/>
                    <a:pt x="836107" y="939938"/>
                    <a:pt x="798413" y="955246"/>
                  </a:cubicBezTo>
                  <a:cubicBezTo>
                    <a:pt x="748054" y="975735"/>
                    <a:pt x="698913" y="976988"/>
                    <a:pt x="673310" y="958429"/>
                  </a:cubicBezTo>
                  <a:cubicBezTo>
                    <a:pt x="643846" y="937127"/>
                    <a:pt x="635041" y="880197"/>
                    <a:pt x="625693" y="819915"/>
                  </a:cubicBezTo>
                  <a:cubicBezTo>
                    <a:pt x="615533" y="753739"/>
                    <a:pt x="604832" y="685600"/>
                    <a:pt x="565919" y="646382"/>
                  </a:cubicBezTo>
                  <a:cubicBezTo>
                    <a:pt x="630354" y="624745"/>
                    <a:pt x="665047" y="554966"/>
                    <a:pt x="643406" y="490534"/>
                  </a:cubicBezTo>
                  <a:cubicBezTo>
                    <a:pt x="639643" y="479321"/>
                    <a:pt x="634279" y="468714"/>
                    <a:pt x="627488" y="459032"/>
                  </a:cubicBezTo>
                  <a:cubicBezTo>
                    <a:pt x="635345" y="406606"/>
                    <a:pt x="692749" y="363528"/>
                    <a:pt x="748325" y="321838"/>
                  </a:cubicBezTo>
                  <a:cubicBezTo>
                    <a:pt x="800716" y="282654"/>
                    <a:pt x="850263" y="245604"/>
                    <a:pt x="856224" y="201205"/>
                  </a:cubicBezTo>
                  <a:cubicBezTo>
                    <a:pt x="861575" y="162529"/>
                    <a:pt x="835193" y="113727"/>
                    <a:pt x="787441" y="73900"/>
                  </a:cubicBezTo>
                  <a:cubicBezTo>
                    <a:pt x="698676" y="-133"/>
                    <a:pt x="571642" y="-19945"/>
                    <a:pt x="447623" y="20831"/>
                  </a:cubicBezTo>
                  <a:cubicBezTo>
                    <a:pt x="365564" y="47924"/>
                    <a:pt x="325533" y="106818"/>
                    <a:pt x="331832" y="191417"/>
                  </a:cubicBezTo>
                  <a:lnTo>
                    <a:pt x="352152" y="189927"/>
                  </a:lnTo>
                  <a:cubicBezTo>
                    <a:pt x="346463" y="113558"/>
                    <a:pt x="379788" y="64620"/>
                    <a:pt x="454023" y="40135"/>
                  </a:cubicBezTo>
                  <a:cubicBezTo>
                    <a:pt x="627827" y="-17032"/>
                    <a:pt x="743211" y="63469"/>
                    <a:pt x="774436" y="89445"/>
                  </a:cubicBezTo>
                  <a:cubicBezTo>
                    <a:pt x="816397" y="124361"/>
                    <a:pt x="840408" y="167101"/>
                    <a:pt x="836107" y="198428"/>
                  </a:cubicBezTo>
                  <a:cubicBezTo>
                    <a:pt x="831129" y="234428"/>
                    <a:pt x="785036" y="268938"/>
                    <a:pt x="736234" y="305582"/>
                  </a:cubicBezTo>
                  <a:cubicBezTo>
                    <a:pt x="682657" y="345781"/>
                    <a:pt x="627455" y="387200"/>
                    <a:pt x="611165" y="440032"/>
                  </a:cubicBezTo>
                  <a:cubicBezTo>
                    <a:pt x="567643" y="398847"/>
                    <a:pt x="500780" y="395017"/>
                    <a:pt x="452838" y="430956"/>
                  </a:cubicBezTo>
                  <a:cubicBezTo>
                    <a:pt x="438038" y="409417"/>
                    <a:pt x="399735" y="350523"/>
                    <a:pt x="374775" y="284246"/>
                  </a:cubicBezTo>
                  <a:lnTo>
                    <a:pt x="355810" y="291425"/>
                  </a:lnTo>
                  <a:cubicBezTo>
                    <a:pt x="382700" y="362782"/>
                    <a:pt x="423340" y="424183"/>
                    <a:pt x="437598" y="444604"/>
                  </a:cubicBezTo>
                  <a:cubicBezTo>
                    <a:pt x="426971" y="455723"/>
                    <a:pt x="418504" y="468724"/>
                    <a:pt x="412638" y="482941"/>
                  </a:cubicBezTo>
                  <a:cubicBezTo>
                    <a:pt x="364311" y="504650"/>
                    <a:pt x="297085" y="479724"/>
                    <a:pt x="231960" y="455543"/>
                  </a:cubicBezTo>
                  <a:cubicBezTo>
                    <a:pt x="170695" y="432785"/>
                    <a:pt x="112851" y="411313"/>
                    <a:pt x="72211" y="430211"/>
                  </a:cubicBezTo>
                  <a:cubicBezTo>
                    <a:pt x="36684" y="446670"/>
                    <a:pt x="9930" y="495201"/>
                    <a:pt x="2310" y="556805"/>
                  </a:cubicBezTo>
                  <a:cubicBezTo>
                    <a:pt x="-11914" y="671511"/>
                    <a:pt x="40173" y="789062"/>
                    <a:pt x="141603" y="871290"/>
                  </a:cubicBezTo>
                  <a:cubicBezTo>
                    <a:pt x="176249" y="899366"/>
                    <a:pt x="211944" y="913421"/>
                    <a:pt x="247708" y="913421"/>
                  </a:cubicBezTo>
                  <a:cubicBezTo>
                    <a:pt x="283471" y="913421"/>
                    <a:pt x="318828" y="899535"/>
                    <a:pt x="353575" y="871765"/>
                  </a:cubicBezTo>
                  <a:lnTo>
                    <a:pt x="340875" y="855915"/>
                  </a:lnTo>
                  <a:cubicBezTo>
                    <a:pt x="278763" y="905631"/>
                    <a:pt x="216042" y="905631"/>
                    <a:pt x="154371" y="855644"/>
                  </a:cubicBezTo>
                  <a:cubicBezTo>
                    <a:pt x="12131" y="740497"/>
                    <a:pt x="17482" y="599781"/>
                    <a:pt x="22460" y="559446"/>
                  </a:cubicBezTo>
                  <a:cubicBezTo>
                    <a:pt x="29234" y="505429"/>
                    <a:pt x="51992" y="461944"/>
                    <a:pt x="80677" y="448634"/>
                  </a:cubicBezTo>
                  <a:cubicBezTo>
                    <a:pt x="113629" y="433327"/>
                    <a:pt x="167647" y="453376"/>
                    <a:pt x="224848" y="474610"/>
                  </a:cubicBezTo>
                  <a:cubicBezTo>
                    <a:pt x="287603" y="497910"/>
                    <a:pt x="352254" y="522024"/>
                    <a:pt x="405492" y="507054"/>
                  </a:cubicBezTo>
                  <a:cubicBezTo>
                    <a:pt x="394472" y="565952"/>
                    <a:pt x="427455" y="624226"/>
                    <a:pt x="483623" y="645095"/>
                  </a:cubicBezTo>
                  <a:cubicBezTo>
                    <a:pt x="473293" y="669716"/>
                    <a:pt x="443559" y="735892"/>
                    <a:pt x="399938" y="793567"/>
                  </a:cubicBezTo>
                  <a:lnTo>
                    <a:pt x="416127" y="805826"/>
                  </a:lnTo>
                  <a:cubicBezTo>
                    <a:pt x="463066" y="743749"/>
                    <a:pt x="493681" y="674187"/>
                    <a:pt x="503367" y="650615"/>
                  </a:cubicBezTo>
                  <a:cubicBezTo>
                    <a:pt x="511034" y="652099"/>
                    <a:pt x="518824" y="652847"/>
                    <a:pt x="526633" y="652851"/>
                  </a:cubicBezTo>
                  <a:cubicBezTo>
                    <a:pt x="531602" y="652837"/>
                    <a:pt x="536567" y="652532"/>
                    <a:pt x="541501" y="651936"/>
                  </a:cubicBezTo>
                  <a:cubicBezTo>
                    <a:pt x="584037" y="683534"/>
                    <a:pt x="595078" y="754417"/>
                    <a:pt x="605848" y="823031"/>
                  </a:cubicBezTo>
                  <a:cubicBezTo>
                    <a:pt x="616008" y="887614"/>
                    <a:pt x="625321" y="948608"/>
                    <a:pt x="661626" y="974889"/>
                  </a:cubicBezTo>
                  <a:cubicBezTo>
                    <a:pt x="677239" y="986200"/>
                    <a:pt x="698676" y="991822"/>
                    <a:pt x="723297" y="991822"/>
                  </a:cubicBezTo>
                  <a:cubicBezTo>
                    <a:pt x="751820" y="991236"/>
                    <a:pt x="779970" y="985211"/>
                    <a:pt x="806237" y="974076"/>
                  </a:cubicBezTo>
                  <a:cubicBezTo>
                    <a:pt x="913255" y="930523"/>
                    <a:pt x="990505" y="827738"/>
                    <a:pt x="1012823" y="699045"/>
                  </a:cubicBezTo>
                  <a:cubicBezTo>
                    <a:pt x="1022441" y="643673"/>
                    <a:pt x="1012180" y="597987"/>
                    <a:pt x="982343" y="563205"/>
                  </a:cubicBezTo>
                  <a:cubicBezTo>
                    <a:pt x="924770" y="496251"/>
                    <a:pt x="807456" y="484161"/>
                    <a:pt x="719165" y="485922"/>
                  </a:cubicBezTo>
                  <a:close/>
                  <a:moveTo>
                    <a:pt x="423713" y="529711"/>
                  </a:moveTo>
                  <a:cubicBezTo>
                    <a:pt x="423692" y="472853"/>
                    <a:pt x="469775" y="426743"/>
                    <a:pt x="526633" y="426723"/>
                  </a:cubicBezTo>
                  <a:cubicBezTo>
                    <a:pt x="583492" y="426702"/>
                    <a:pt x="629602" y="472785"/>
                    <a:pt x="629622" y="529644"/>
                  </a:cubicBezTo>
                  <a:cubicBezTo>
                    <a:pt x="629642" y="586502"/>
                    <a:pt x="583560" y="632612"/>
                    <a:pt x="526701" y="632632"/>
                  </a:cubicBezTo>
                  <a:cubicBezTo>
                    <a:pt x="526678" y="632632"/>
                    <a:pt x="526657" y="632632"/>
                    <a:pt x="526633" y="632632"/>
                  </a:cubicBezTo>
                  <a:cubicBezTo>
                    <a:pt x="469815" y="632575"/>
                    <a:pt x="423770" y="586529"/>
                    <a:pt x="423713" y="529711"/>
                  </a:cubicBezTo>
                  <a:close/>
                </a:path>
              </a:pathLst>
            </a:custGeom>
            <a:grpFill/>
            <a:ln w="33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6" name="Ellipse 85">
            <a:extLst>
              <a:ext uri="{FF2B5EF4-FFF2-40B4-BE49-F238E27FC236}">
                <a16:creationId xmlns:a16="http://schemas.microsoft.com/office/drawing/2014/main" id="{2AB55E49-EA48-7118-95DE-291B6A934635}"/>
              </a:ext>
            </a:extLst>
          </p:cNvPr>
          <p:cNvSpPr/>
          <p:nvPr/>
        </p:nvSpPr>
        <p:spPr>
          <a:xfrm>
            <a:off x="6518804" y="1094556"/>
            <a:ext cx="234597" cy="178133"/>
          </a:xfrm>
          <a:prstGeom prst="ellips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B527ADC3-C22D-A8B6-2D00-3EAD7377B741}"/>
              </a:ext>
            </a:extLst>
          </p:cNvPr>
          <p:cNvCxnSpPr>
            <a:cxnSpLocks/>
          </p:cNvCxnSpPr>
          <p:nvPr/>
        </p:nvCxnSpPr>
        <p:spPr>
          <a:xfrm>
            <a:off x="6791585" y="1070981"/>
            <a:ext cx="0" cy="225285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F5FBD640-D4C4-D02F-2873-C8874B4BFD83}"/>
              </a:ext>
            </a:extLst>
          </p:cNvPr>
          <p:cNvCxnSpPr>
            <a:cxnSpLocks/>
          </p:cNvCxnSpPr>
          <p:nvPr/>
        </p:nvCxnSpPr>
        <p:spPr>
          <a:xfrm>
            <a:off x="6826612" y="1094556"/>
            <a:ext cx="69307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F1C8C403-9BA8-7F15-19BA-60C327A76517}"/>
              </a:ext>
            </a:extLst>
          </p:cNvPr>
          <p:cNvCxnSpPr>
            <a:cxnSpLocks/>
          </p:cNvCxnSpPr>
          <p:nvPr/>
        </p:nvCxnSpPr>
        <p:spPr>
          <a:xfrm>
            <a:off x="6826611" y="1121969"/>
            <a:ext cx="69307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75216B2C-EB24-A5EF-A40C-547F3BAC3DC8}"/>
              </a:ext>
            </a:extLst>
          </p:cNvPr>
          <p:cNvCxnSpPr>
            <a:cxnSpLocks/>
          </p:cNvCxnSpPr>
          <p:nvPr/>
        </p:nvCxnSpPr>
        <p:spPr>
          <a:xfrm>
            <a:off x="6826611" y="1108516"/>
            <a:ext cx="69307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DB5130FB-3405-98E6-574D-863DD74339BA}"/>
              </a:ext>
            </a:extLst>
          </p:cNvPr>
          <p:cNvSpPr txBox="1"/>
          <p:nvPr/>
        </p:nvSpPr>
        <p:spPr>
          <a:xfrm>
            <a:off x="6003896" y="1001645"/>
            <a:ext cx="655545" cy="226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C2EDCB20-EAB2-7045-3BCA-36EB54BEF007}"/>
              </a:ext>
            </a:extLst>
          </p:cNvPr>
          <p:cNvGrpSpPr/>
          <p:nvPr/>
        </p:nvGrpSpPr>
        <p:grpSpPr>
          <a:xfrm>
            <a:off x="6976478" y="1493195"/>
            <a:ext cx="272781" cy="347351"/>
            <a:chOff x="2971800" y="1416050"/>
            <a:chExt cx="357723" cy="566574"/>
          </a:xfrm>
        </p:grpSpPr>
        <p:sp>
          <p:nvSpPr>
            <p:cNvPr id="122" name="Flussdiagramm: Magnetplattenspeicher 121">
              <a:extLst>
                <a:ext uri="{FF2B5EF4-FFF2-40B4-BE49-F238E27FC236}">
                  <a16:creationId xmlns:a16="http://schemas.microsoft.com/office/drawing/2014/main" id="{E81A3169-2A5F-9365-7D75-BBE46C923B4B}"/>
                </a:ext>
              </a:extLst>
            </p:cNvPr>
            <p:cNvSpPr/>
            <p:nvPr/>
          </p:nvSpPr>
          <p:spPr>
            <a:xfrm>
              <a:off x="2971800" y="1672655"/>
              <a:ext cx="357723" cy="309969"/>
            </a:xfrm>
            <a:prstGeom prst="flowChartMagneticDisk">
              <a:avLst/>
            </a:prstGeom>
            <a:gradFill>
              <a:gsLst>
                <a:gs pos="30000">
                  <a:srgbClr val="FFFFFF"/>
                </a:gs>
                <a:gs pos="100000">
                  <a:srgbClr val="00779A"/>
                </a:gs>
              </a:gsLst>
              <a:lin ang="5400000" scaled="1"/>
            </a:gra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3" name="Flussdiagramm: Magnetplattenspeicher 122">
              <a:extLst>
                <a:ext uri="{FF2B5EF4-FFF2-40B4-BE49-F238E27FC236}">
                  <a16:creationId xmlns:a16="http://schemas.microsoft.com/office/drawing/2014/main" id="{9A10F78F-A3A7-841E-631C-A12990A0CDD1}"/>
                </a:ext>
              </a:extLst>
            </p:cNvPr>
            <p:cNvSpPr/>
            <p:nvPr/>
          </p:nvSpPr>
          <p:spPr>
            <a:xfrm>
              <a:off x="2971800" y="1416050"/>
              <a:ext cx="357723" cy="309969"/>
            </a:xfrm>
            <a:prstGeom prst="flowChartMagneticDisk">
              <a:avLst/>
            </a:prstGeom>
            <a:gradFill>
              <a:gsLst>
                <a:gs pos="13000">
                  <a:srgbClr val="C00000"/>
                </a:gs>
                <a:gs pos="100000">
                  <a:srgbClr val="FFFFFF"/>
                </a:gs>
              </a:gsLst>
              <a:lin ang="5400000" scaled="1"/>
            </a:gra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24BF3FA9-C707-782F-15F0-B00F6DC602B4}"/>
                </a:ext>
              </a:extLst>
            </p:cNvPr>
            <p:cNvSpPr/>
            <p:nvPr/>
          </p:nvSpPr>
          <p:spPr>
            <a:xfrm>
              <a:off x="2971800" y="1416050"/>
              <a:ext cx="357723" cy="95250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8685C3C9-4A45-B8AA-0648-2B31227CAD0E}"/>
                </a:ext>
              </a:extLst>
            </p:cNvPr>
            <p:cNvSpPr/>
            <p:nvPr/>
          </p:nvSpPr>
          <p:spPr>
            <a:xfrm>
              <a:off x="2971800" y="1878853"/>
              <a:ext cx="357723" cy="95250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26" name="Gerader Verbinder 125">
              <a:extLst>
                <a:ext uri="{FF2B5EF4-FFF2-40B4-BE49-F238E27FC236}">
                  <a16:creationId xmlns:a16="http://schemas.microsoft.com/office/drawing/2014/main" id="{6AF590DE-57DA-1906-9423-776C1270E50D}"/>
                </a:ext>
              </a:extLst>
            </p:cNvPr>
            <p:cNvCxnSpPr>
              <a:stCxn id="125" idx="2"/>
              <a:endCxn id="124" idx="2"/>
            </p:cNvCxnSpPr>
            <p:nvPr/>
          </p:nvCxnSpPr>
          <p:spPr>
            <a:xfrm flipV="1">
              <a:off x="2971800" y="1463675"/>
              <a:ext cx="0" cy="4628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Gerader Verbinder 126">
              <a:extLst>
                <a:ext uri="{FF2B5EF4-FFF2-40B4-BE49-F238E27FC236}">
                  <a16:creationId xmlns:a16="http://schemas.microsoft.com/office/drawing/2014/main" id="{A4D298C6-0EA6-D062-936D-D3804E7CA501}"/>
                </a:ext>
              </a:extLst>
            </p:cNvPr>
            <p:cNvCxnSpPr>
              <a:cxnSpLocks/>
              <a:stCxn id="125" idx="6"/>
              <a:endCxn id="124" idx="6"/>
            </p:cNvCxnSpPr>
            <p:nvPr/>
          </p:nvCxnSpPr>
          <p:spPr>
            <a:xfrm flipV="1">
              <a:off x="3329523" y="1463675"/>
              <a:ext cx="0" cy="4628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Gerader Verbinder 127">
              <a:extLst>
                <a:ext uri="{FF2B5EF4-FFF2-40B4-BE49-F238E27FC236}">
                  <a16:creationId xmlns:a16="http://schemas.microsoft.com/office/drawing/2014/main" id="{410BBEB4-757F-5AD2-E21C-64BD38D25B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5770" y="1481364"/>
              <a:ext cx="0" cy="4628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93" name="Rechteck: abgerundete Ecken 92">
            <a:extLst>
              <a:ext uri="{FF2B5EF4-FFF2-40B4-BE49-F238E27FC236}">
                <a16:creationId xmlns:a16="http://schemas.microsoft.com/office/drawing/2014/main" id="{2360DD32-76CE-AF3F-98BD-EB4A9E6192F7}"/>
              </a:ext>
            </a:extLst>
          </p:cNvPr>
          <p:cNvSpPr/>
          <p:nvPr/>
        </p:nvSpPr>
        <p:spPr>
          <a:xfrm>
            <a:off x="5851623" y="1315741"/>
            <a:ext cx="449645" cy="225285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4" name="ee4p_icon_group">
            <a:extLst>
              <a:ext uri="{FF2B5EF4-FFF2-40B4-BE49-F238E27FC236}">
                <a16:creationId xmlns:a16="http://schemas.microsoft.com/office/drawing/2014/main" id="{55262AF2-911C-9BFD-485A-94FE9A8DB533}"/>
              </a:ext>
            </a:extLst>
          </p:cNvPr>
          <p:cNvGrpSpPr>
            <a:grpSpLocks noChangeAspect="1"/>
          </p:cNvGrpSpPr>
          <p:nvPr/>
        </p:nvGrpSpPr>
        <p:grpSpPr>
          <a:xfrm>
            <a:off x="5907806" y="1281677"/>
            <a:ext cx="357687" cy="287572"/>
            <a:chOff x="4032000" y="2889085"/>
            <a:chExt cx="1080000" cy="1079999"/>
          </a:xfrm>
        </p:grpSpPr>
        <p:grpSp>
          <p:nvGrpSpPr>
            <p:cNvPr id="116" name="ee4p_icon_frame">
              <a:extLst>
                <a:ext uri="{FF2B5EF4-FFF2-40B4-BE49-F238E27FC236}">
                  <a16:creationId xmlns:a16="http://schemas.microsoft.com/office/drawing/2014/main" id="{62E404F6-04F0-2195-71F3-86A4808220E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32000" y="2889085"/>
              <a:ext cx="1080000" cy="1079999"/>
              <a:chOff x="4737100" y="1701800"/>
              <a:chExt cx="1098550" cy="1098550"/>
            </a:xfrm>
            <a:solidFill>
              <a:srgbClr val="A6BBC8"/>
            </a:solidFill>
          </p:grpSpPr>
          <p:cxnSp>
            <p:nvCxnSpPr>
              <p:cNvPr id="118" name="ee4p_icon_frame_top">
                <a:extLst>
                  <a:ext uri="{FF2B5EF4-FFF2-40B4-BE49-F238E27FC236}">
                    <a16:creationId xmlns:a16="http://schemas.microsoft.com/office/drawing/2014/main" id="{D11F3C2F-364A-EBFE-42C6-DD7002E11E2D}"/>
                  </a:ext>
                </a:extLst>
              </p:cNvPr>
              <p:cNvCxnSpPr/>
              <p:nvPr/>
            </p:nvCxnSpPr>
            <p:spPr>
              <a:xfrm>
                <a:off x="4737100" y="170180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19" name="ee4p_icon_frame_bottom">
                <a:extLst>
                  <a:ext uri="{FF2B5EF4-FFF2-40B4-BE49-F238E27FC236}">
                    <a16:creationId xmlns:a16="http://schemas.microsoft.com/office/drawing/2014/main" id="{206F3782-52AC-6F09-7B81-9133BE3B1BA9}"/>
                  </a:ext>
                </a:extLst>
              </p:cNvPr>
              <p:cNvCxnSpPr/>
              <p:nvPr/>
            </p:nvCxnSpPr>
            <p:spPr>
              <a:xfrm>
                <a:off x="4737100" y="2800350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20" name="ee4p_icon_frame_left">
                <a:extLst>
                  <a:ext uri="{FF2B5EF4-FFF2-40B4-BE49-F238E27FC236}">
                    <a16:creationId xmlns:a16="http://schemas.microsoft.com/office/drawing/2014/main" id="{9B05D0EE-AF22-936C-3A97-6F3B66CA39A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8782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  <p:cxnSp>
            <p:nvCxnSpPr>
              <p:cNvPr id="121" name="ee4p_icon_frame_right">
                <a:extLst>
                  <a:ext uri="{FF2B5EF4-FFF2-40B4-BE49-F238E27FC236}">
                    <a16:creationId xmlns:a16="http://schemas.microsoft.com/office/drawing/2014/main" id="{F44B1E31-4A3B-2C66-2FFB-827E8C89659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86375" y="2251075"/>
                <a:ext cx="1098550" cy="0"/>
              </a:xfrm>
              <a:prstGeom prst="line">
                <a:avLst/>
              </a:prstGeom>
              <a:grpFill/>
              <a:ln w="0" cap="sq" cmpd="sng" algn="ctr">
                <a:noFill/>
                <a:prstDash val="solid"/>
                <a:round/>
              </a:ln>
              <a:effectLst/>
            </p:spPr>
          </p:cxnSp>
        </p:grpSp>
        <p:sp>
          <p:nvSpPr>
            <p:cNvPr id="117" name="ee4p_icon">
              <a:extLst>
                <a:ext uri="{FF2B5EF4-FFF2-40B4-BE49-F238E27FC236}">
                  <a16:creationId xmlns:a16="http://schemas.microsoft.com/office/drawing/2014/main" id="{E812184F-A7EA-F008-DA2F-17528C1B1D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4203" y="3104455"/>
              <a:ext cx="1015593" cy="649257"/>
            </a:xfrm>
            <a:custGeom>
              <a:avLst/>
              <a:gdLst>
                <a:gd name="connsiteX0" fmla="*/ 426754 w 1015593"/>
                <a:gd name="connsiteY0" fmla="*/ 20320 h 649257"/>
                <a:gd name="connsiteX1" fmla="*/ 270493 w 1015593"/>
                <a:gd name="connsiteY1" fmla="*/ 20320 h 649257"/>
                <a:gd name="connsiteX2" fmla="*/ 270493 w 1015593"/>
                <a:gd name="connsiteY2" fmla="*/ 0 h 649257"/>
                <a:gd name="connsiteX3" fmla="*/ 603301 w 1015593"/>
                <a:gd name="connsiteY3" fmla="*/ 0 h 649257"/>
                <a:gd name="connsiteX4" fmla="*/ 603301 w 1015593"/>
                <a:gd name="connsiteY4" fmla="*/ 20320 h 649257"/>
                <a:gd name="connsiteX5" fmla="*/ 447074 w 1015593"/>
                <a:gd name="connsiteY5" fmla="*/ 20320 h 649257"/>
                <a:gd name="connsiteX6" fmla="*/ 447074 w 1015593"/>
                <a:gd name="connsiteY6" fmla="*/ 129608 h 649257"/>
                <a:gd name="connsiteX7" fmla="*/ 504410 w 1015593"/>
                <a:gd name="connsiteY7" fmla="*/ 129608 h 649257"/>
                <a:gd name="connsiteX8" fmla="*/ 504410 w 1015593"/>
                <a:gd name="connsiteY8" fmla="*/ 149928 h 649257"/>
                <a:gd name="connsiteX9" fmla="*/ 369350 w 1015593"/>
                <a:gd name="connsiteY9" fmla="*/ 149928 h 649257"/>
                <a:gd name="connsiteX10" fmla="*/ 369350 w 1015593"/>
                <a:gd name="connsiteY10" fmla="*/ 129608 h 649257"/>
                <a:gd name="connsiteX11" fmla="*/ 426754 w 1015593"/>
                <a:gd name="connsiteY11" fmla="*/ 129608 h 649257"/>
                <a:gd name="connsiteX12" fmla="*/ 1005434 w 1015593"/>
                <a:gd name="connsiteY12" fmla="*/ 200592 h 649257"/>
                <a:gd name="connsiteX13" fmla="*/ 920970 w 1015593"/>
                <a:gd name="connsiteY13" fmla="*/ 200592 h 649257"/>
                <a:gd name="connsiteX14" fmla="*/ 911725 w 1015593"/>
                <a:gd name="connsiteY14" fmla="*/ 206519 h 649257"/>
                <a:gd name="connsiteX15" fmla="*/ 864311 w 1015593"/>
                <a:gd name="connsiteY15" fmla="*/ 310049 h 649257"/>
                <a:gd name="connsiteX16" fmla="*/ 775919 w 1015593"/>
                <a:gd name="connsiteY16" fmla="*/ 310049 h 649257"/>
                <a:gd name="connsiteX17" fmla="*/ 775919 w 1015593"/>
                <a:gd name="connsiteY17" fmla="*/ 188299 h 649257"/>
                <a:gd name="connsiteX18" fmla="*/ 765759 w 1015593"/>
                <a:gd name="connsiteY18" fmla="*/ 178139 h 649257"/>
                <a:gd name="connsiteX19" fmla="*/ 630902 w 1015593"/>
                <a:gd name="connsiteY19" fmla="*/ 178139 h 649257"/>
                <a:gd name="connsiteX20" fmla="*/ 581118 w 1015593"/>
                <a:gd name="connsiteY20" fmla="*/ 78605 h 649257"/>
                <a:gd name="connsiteX21" fmla="*/ 572143 w 1015593"/>
                <a:gd name="connsiteY21" fmla="*/ 72983 h 649257"/>
                <a:gd name="connsiteX22" fmla="*/ 488256 w 1015593"/>
                <a:gd name="connsiteY22" fmla="*/ 72983 h 649257"/>
                <a:gd name="connsiteX23" fmla="*/ 488256 w 1015593"/>
                <a:gd name="connsiteY23" fmla="*/ 93303 h 649257"/>
                <a:gd name="connsiteX24" fmla="*/ 565777 w 1015593"/>
                <a:gd name="connsiteY24" fmla="*/ 93303 h 649257"/>
                <a:gd name="connsiteX25" fmla="*/ 615527 w 1015593"/>
                <a:gd name="connsiteY25" fmla="*/ 192837 h 649257"/>
                <a:gd name="connsiteX26" fmla="*/ 624637 w 1015593"/>
                <a:gd name="connsiteY26" fmla="*/ 198459 h 649257"/>
                <a:gd name="connsiteX27" fmla="*/ 755599 w 1015593"/>
                <a:gd name="connsiteY27" fmla="*/ 198459 h 649257"/>
                <a:gd name="connsiteX28" fmla="*/ 755599 w 1015593"/>
                <a:gd name="connsiteY28" fmla="*/ 320379 h 649257"/>
                <a:gd name="connsiteX29" fmla="*/ 765759 w 1015593"/>
                <a:gd name="connsiteY29" fmla="*/ 330539 h 649257"/>
                <a:gd name="connsiteX30" fmla="*/ 870746 w 1015593"/>
                <a:gd name="connsiteY30" fmla="*/ 330539 h 649257"/>
                <a:gd name="connsiteX31" fmla="*/ 879958 w 1015593"/>
                <a:gd name="connsiteY31" fmla="*/ 324612 h 649257"/>
                <a:gd name="connsiteX32" fmla="*/ 927371 w 1015593"/>
                <a:gd name="connsiteY32" fmla="*/ 221082 h 649257"/>
                <a:gd name="connsiteX33" fmla="*/ 995104 w 1015593"/>
                <a:gd name="connsiteY33" fmla="*/ 221082 h 649257"/>
                <a:gd name="connsiteX34" fmla="*/ 995104 w 1015593"/>
                <a:gd name="connsiteY34" fmla="*/ 557411 h 649257"/>
                <a:gd name="connsiteX35" fmla="*/ 927371 w 1015593"/>
                <a:gd name="connsiteY35" fmla="*/ 557411 h 649257"/>
                <a:gd name="connsiteX36" fmla="*/ 879958 w 1015593"/>
                <a:gd name="connsiteY36" fmla="*/ 453881 h 649257"/>
                <a:gd name="connsiteX37" fmla="*/ 870746 w 1015593"/>
                <a:gd name="connsiteY37" fmla="*/ 447954 h 649257"/>
                <a:gd name="connsiteX38" fmla="*/ 765759 w 1015593"/>
                <a:gd name="connsiteY38" fmla="*/ 447954 h 649257"/>
                <a:gd name="connsiteX39" fmla="*/ 755599 w 1015593"/>
                <a:gd name="connsiteY39" fmla="*/ 458114 h 649257"/>
                <a:gd name="connsiteX40" fmla="*/ 755599 w 1015593"/>
                <a:gd name="connsiteY40" fmla="*/ 628938 h 649257"/>
                <a:gd name="connsiteX41" fmla="*/ 552399 w 1015593"/>
                <a:gd name="connsiteY41" fmla="*/ 628938 h 649257"/>
                <a:gd name="connsiteX42" fmla="*/ 552399 w 1015593"/>
                <a:gd name="connsiteY42" fmla="*/ 649258 h 649257"/>
                <a:gd name="connsiteX43" fmla="*/ 765759 w 1015593"/>
                <a:gd name="connsiteY43" fmla="*/ 649258 h 649257"/>
                <a:gd name="connsiteX44" fmla="*/ 775919 w 1015593"/>
                <a:gd name="connsiteY44" fmla="*/ 639098 h 649257"/>
                <a:gd name="connsiteX45" fmla="*/ 775919 w 1015593"/>
                <a:gd name="connsiteY45" fmla="*/ 468105 h 649257"/>
                <a:gd name="connsiteX46" fmla="*/ 864277 w 1015593"/>
                <a:gd name="connsiteY46" fmla="*/ 468105 h 649257"/>
                <a:gd name="connsiteX47" fmla="*/ 911691 w 1015593"/>
                <a:gd name="connsiteY47" fmla="*/ 571636 h 649257"/>
                <a:gd name="connsiteX48" fmla="*/ 920936 w 1015593"/>
                <a:gd name="connsiteY48" fmla="*/ 577562 h 649257"/>
                <a:gd name="connsiteX49" fmla="*/ 1005434 w 1015593"/>
                <a:gd name="connsiteY49" fmla="*/ 577562 h 649257"/>
                <a:gd name="connsiteX50" fmla="*/ 1015594 w 1015593"/>
                <a:gd name="connsiteY50" fmla="*/ 567402 h 649257"/>
                <a:gd name="connsiteX51" fmla="*/ 1015594 w 1015593"/>
                <a:gd name="connsiteY51" fmla="*/ 210752 h 649257"/>
                <a:gd name="connsiteX52" fmla="*/ 1005434 w 1015593"/>
                <a:gd name="connsiteY52" fmla="*/ 200592 h 649257"/>
                <a:gd name="connsiteX53" fmla="*/ 242621 w 1015593"/>
                <a:gd name="connsiteY53" fmla="*/ 555955 h 649257"/>
                <a:gd name="connsiteX54" fmla="*/ 237236 w 1015593"/>
                <a:gd name="connsiteY54" fmla="*/ 554397 h 649257"/>
                <a:gd name="connsiteX55" fmla="*/ 237236 w 1015593"/>
                <a:gd name="connsiteY55" fmla="*/ 554397 h 649257"/>
                <a:gd name="connsiteX56" fmla="*/ 103530 w 1015593"/>
                <a:gd name="connsiteY56" fmla="*/ 554397 h 649257"/>
                <a:gd name="connsiteX57" fmla="*/ 103530 w 1015593"/>
                <a:gd name="connsiteY57" fmla="*/ 209398 h 649257"/>
                <a:gd name="connsiteX58" fmla="*/ 237236 w 1015593"/>
                <a:gd name="connsiteY58" fmla="*/ 209398 h 649257"/>
                <a:gd name="connsiteX59" fmla="*/ 245872 w 1015593"/>
                <a:gd name="connsiteY59" fmla="*/ 204589 h 649257"/>
                <a:gd name="connsiteX60" fmla="*/ 314757 w 1015593"/>
                <a:gd name="connsiteY60" fmla="*/ 93303 h 649257"/>
                <a:gd name="connsiteX61" fmla="*/ 388044 w 1015593"/>
                <a:gd name="connsiteY61" fmla="*/ 93303 h 649257"/>
                <a:gd name="connsiteX62" fmla="*/ 388044 w 1015593"/>
                <a:gd name="connsiteY62" fmla="*/ 72983 h 649257"/>
                <a:gd name="connsiteX63" fmla="*/ 309169 w 1015593"/>
                <a:gd name="connsiteY63" fmla="*/ 72983 h 649257"/>
                <a:gd name="connsiteX64" fmla="*/ 300533 w 1015593"/>
                <a:gd name="connsiteY64" fmla="*/ 77792 h 649257"/>
                <a:gd name="connsiteX65" fmla="*/ 231546 w 1015593"/>
                <a:gd name="connsiteY65" fmla="*/ 189078 h 649257"/>
                <a:gd name="connsiteX66" fmla="*/ 93337 w 1015593"/>
                <a:gd name="connsiteY66" fmla="*/ 189078 h 649257"/>
                <a:gd name="connsiteX67" fmla="*/ 83177 w 1015593"/>
                <a:gd name="connsiteY67" fmla="*/ 199238 h 649257"/>
                <a:gd name="connsiteX68" fmla="*/ 83177 w 1015593"/>
                <a:gd name="connsiteY68" fmla="*/ 386182 h 649257"/>
                <a:gd name="connsiteX69" fmla="*/ 20320 w 1015593"/>
                <a:gd name="connsiteY69" fmla="*/ 386182 h 649257"/>
                <a:gd name="connsiteX70" fmla="*/ 20320 w 1015593"/>
                <a:gd name="connsiteY70" fmla="*/ 169841 h 649257"/>
                <a:gd name="connsiteX71" fmla="*/ 0 w 1015593"/>
                <a:gd name="connsiteY71" fmla="*/ 169841 h 649257"/>
                <a:gd name="connsiteX72" fmla="*/ 0 w 1015593"/>
                <a:gd name="connsiteY72" fmla="*/ 608313 h 649257"/>
                <a:gd name="connsiteX73" fmla="*/ 20320 w 1015593"/>
                <a:gd name="connsiteY73" fmla="*/ 608313 h 649257"/>
                <a:gd name="connsiteX74" fmla="*/ 20320 w 1015593"/>
                <a:gd name="connsiteY74" fmla="*/ 406603 h 649257"/>
                <a:gd name="connsiteX75" fmla="*/ 83177 w 1015593"/>
                <a:gd name="connsiteY75" fmla="*/ 406603 h 649257"/>
                <a:gd name="connsiteX76" fmla="*/ 83177 w 1015593"/>
                <a:gd name="connsiteY76" fmla="*/ 564625 h 649257"/>
                <a:gd name="connsiteX77" fmla="*/ 93337 w 1015593"/>
                <a:gd name="connsiteY77" fmla="*/ 574785 h 649257"/>
                <a:gd name="connsiteX78" fmla="*/ 93337 w 1015593"/>
                <a:gd name="connsiteY78" fmla="*/ 574785 h 649257"/>
                <a:gd name="connsiteX79" fmla="*/ 234323 w 1015593"/>
                <a:gd name="connsiteY79" fmla="*/ 574785 h 649257"/>
                <a:gd name="connsiteX80" fmla="*/ 350825 w 1015593"/>
                <a:gd name="connsiteY80" fmla="*/ 647598 h 649257"/>
                <a:gd name="connsiteX81" fmla="*/ 356210 w 1015593"/>
                <a:gd name="connsiteY81" fmla="*/ 649156 h 649257"/>
                <a:gd name="connsiteX82" fmla="*/ 472474 w 1015593"/>
                <a:gd name="connsiteY82" fmla="*/ 649156 h 649257"/>
                <a:gd name="connsiteX83" fmla="*/ 472474 w 1015593"/>
                <a:gd name="connsiteY83" fmla="*/ 628836 h 649257"/>
                <a:gd name="connsiteX84" fmla="*/ 359122 w 1015593"/>
                <a:gd name="connsiteY84" fmla="*/ 628836 h 649257"/>
                <a:gd name="connsiteX85" fmla="*/ 420285 w 1015593"/>
                <a:gd name="connsiteY85" fmla="*/ 352213 h 649257"/>
                <a:gd name="connsiteX86" fmla="*/ 344255 w 1015593"/>
                <a:gd name="connsiteY86" fmla="*/ 428244 h 649257"/>
                <a:gd name="connsiteX87" fmla="*/ 343848 w 1015593"/>
                <a:gd name="connsiteY87" fmla="*/ 428244 h 649257"/>
                <a:gd name="connsiteX88" fmla="*/ 268529 w 1015593"/>
                <a:gd name="connsiteY88" fmla="*/ 352213 h 649257"/>
                <a:gd name="connsiteX89" fmla="*/ 343848 w 1015593"/>
                <a:gd name="connsiteY89" fmla="*/ 276149 h 649257"/>
                <a:gd name="connsiteX90" fmla="*/ 344255 w 1015593"/>
                <a:gd name="connsiteY90" fmla="*/ 276149 h 649257"/>
                <a:gd name="connsiteX91" fmla="*/ 420285 w 1015593"/>
                <a:gd name="connsiteY91" fmla="*/ 352213 h 649257"/>
                <a:gd name="connsiteX92" fmla="*/ 399965 w 1015593"/>
                <a:gd name="connsiteY92" fmla="*/ 352213 h 649257"/>
                <a:gd name="connsiteX93" fmla="*/ 344424 w 1015593"/>
                <a:gd name="connsiteY93" fmla="*/ 296469 h 649257"/>
                <a:gd name="connsiteX94" fmla="*/ 288849 w 1015593"/>
                <a:gd name="connsiteY94" fmla="*/ 352213 h 649257"/>
                <a:gd name="connsiteX95" fmla="*/ 344424 w 1015593"/>
                <a:gd name="connsiteY95" fmla="*/ 407924 h 649257"/>
                <a:gd name="connsiteX96" fmla="*/ 399965 w 1015593"/>
                <a:gd name="connsiteY96" fmla="*/ 352213 h 649257"/>
                <a:gd name="connsiteX97" fmla="*/ 561983 w 1015593"/>
                <a:gd name="connsiteY97" fmla="*/ 468613 h 649257"/>
                <a:gd name="connsiteX98" fmla="*/ 607768 w 1015593"/>
                <a:gd name="connsiteY98" fmla="*/ 421745 h 649257"/>
                <a:gd name="connsiteX99" fmla="*/ 608279 w 1015593"/>
                <a:gd name="connsiteY99" fmla="*/ 421742 h 649257"/>
                <a:gd name="connsiteX100" fmla="*/ 608686 w 1015593"/>
                <a:gd name="connsiteY100" fmla="*/ 421742 h 649257"/>
                <a:gd name="connsiteX101" fmla="*/ 655557 w 1015593"/>
                <a:gd name="connsiteY101" fmla="*/ 468613 h 649257"/>
                <a:gd name="connsiteX102" fmla="*/ 608686 w 1015593"/>
                <a:gd name="connsiteY102" fmla="*/ 515485 h 649257"/>
                <a:gd name="connsiteX103" fmla="*/ 608279 w 1015593"/>
                <a:gd name="connsiteY103" fmla="*/ 515485 h 649257"/>
                <a:gd name="connsiteX104" fmla="*/ 561980 w 1015593"/>
                <a:gd name="connsiteY104" fmla="*/ 469057 h 649257"/>
                <a:gd name="connsiteX105" fmla="*/ 561983 w 1015593"/>
                <a:gd name="connsiteY105" fmla="*/ 468613 h 649257"/>
                <a:gd name="connsiteX106" fmla="*/ 582303 w 1015593"/>
                <a:gd name="connsiteY106" fmla="*/ 468613 h 649257"/>
                <a:gd name="connsiteX107" fmla="*/ 608889 w 1015593"/>
                <a:gd name="connsiteY107" fmla="*/ 495165 h 649257"/>
                <a:gd name="connsiteX108" fmla="*/ 635440 w 1015593"/>
                <a:gd name="connsiteY108" fmla="*/ 468613 h 649257"/>
                <a:gd name="connsiteX109" fmla="*/ 608889 w 1015593"/>
                <a:gd name="connsiteY109" fmla="*/ 442062 h 649257"/>
                <a:gd name="connsiteX110" fmla="*/ 582303 w 1015593"/>
                <a:gd name="connsiteY110" fmla="*/ 468613 h 649257"/>
                <a:gd name="connsiteX111" fmla="*/ 417576 w 1015593"/>
                <a:gd name="connsiteY111" fmla="*/ 256811 h 649257"/>
                <a:gd name="connsiteX112" fmla="*/ 642823 w 1015593"/>
                <a:gd name="connsiteY112" fmla="*/ 385843 h 649257"/>
                <a:gd name="connsiteX113" fmla="*/ 694470 w 1015593"/>
                <a:gd name="connsiteY113" fmla="*/ 493979 h 649257"/>
                <a:gd name="connsiteX114" fmla="*/ 609397 w 1015593"/>
                <a:gd name="connsiteY114" fmla="*/ 558224 h 649257"/>
                <a:gd name="connsiteX115" fmla="*/ 591346 w 1015593"/>
                <a:gd name="connsiteY115" fmla="*/ 556633 h 649257"/>
                <a:gd name="connsiteX116" fmla="*/ 573701 w 1015593"/>
                <a:gd name="connsiteY116" fmla="*/ 551146 h 649257"/>
                <a:gd name="connsiteX117" fmla="*/ 314994 w 1015593"/>
                <a:gd name="connsiteY117" fmla="*/ 469053 h 649257"/>
                <a:gd name="connsiteX118" fmla="*/ 229383 w 1015593"/>
                <a:gd name="connsiteY118" fmla="*/ 321821 h 649257"/>
                <a:gd name="connsiteX119" fmla="*/ 376614 w 1015593"/>
                <a:gd name="connsiteY119" fmla="*/ 236210 h 649257"/>
                <a:gd name="connsiteX120" fmla="*/ 388112 w 1015593"/>
                <a:gd name="connsiteY120" fmla="*/ 239878 h 649257"/>
                <a:gd name="connsiteX121" fmla="*/ 389196 w 1015593"/>
                <a:gd name="connsiteY121" fmla="*/ 240318 h 649257"/>
                <a:gd name="connsiteX122" fmla="*/ 417576 w 1015593"/>
                <a:gd name="connsiteY122" fmla="*/ 256811 h 649257"/>
                <a:gd name="connsiteX123" fmla="*/ 632020 w 1015593"/>
                <a:gd name="connsiteY123" fmla="*/ 403081 h 649257"/>
                <a:gd name="connsiteX124" fmla="*/ 406840 w 1015593"/>
                <a:gd name="connsiteY124" fmla="*/ 274083 h 649257"/>
                <a:gd name="connsiteX125" fmla="*/ 405655 w 1015593"/>
                <a:gd name="connsiteY125" fmla="*/ 273304 h 649257"/>
                <a:gd name="connsiteX126" fmla="*/ 381237 w 1015593"/>
                <a:gd name="connsiteY126" fmla="*/ 259317 h 649257"/>
                <a:gd name="connsiteX127" fmla="*/ 380932 w 1015593"/>
                <a:gd name="connsiteY127" fmla="*/ 259317 h 649257"/>
                <a:gd name="connsiteX128" fmla="*/ 250863 w 1015593"/>
                <a:gd name="connsiteY128" fmla="*/ 316904 h 649257"/>
                <a:gd name="connsiteX129" fmla="*/ 244111 w 1015593"/>
                <a:gd name="connsiteY129" fmla="*/ 352315 h 649257"/>
                <a:gd name="connsiteX130" fmla="*/ 307983 w 1015593"/>
                <a:gd name="connsiteY130" fmla="*/ 445516 h 649257"/>
                <a:gd name="connsiteX131" fmla="*/ 320243 w 1015593"/>
                <a:gd name="connsiteY131" fmla="*/ 449411 h 649257"/>
                <a:gd name="connsiteX132" fmla="*/ 320853 w 1015593"/>
                <a:gd name="connsiteY132" fmla="*/ 449411 h 649257"/>
                <a:gd name="connsiteX133" fmla="*/ 580238 w 1015593"/>
                <a:gd name="connsiteY133" fmla="*/ 531673 h 649257"/>
                <a:gd name="connsiteX134" fmla="*/ 581220 w 1015593"/>
                <a:gd name="connsiteY134" fmla="*/ 532045 h 649257"/>
                <a:gd name="connsiteX135" fmla="*/ 594936 w 1015593"/>
                <a:gd name="connsiteY135" fmla="*/ 536414 h 649257"/>
                <a:gd name="connsiteX136" fmla="*/ 674997 w 1015593"/>
                <a:gd name="connsiteY136" fmla="*/ 487951 h 649257"/>
                <a:gd name="connsiteX137" fmla="*/ 633984 w 1015593"/>
                <a:gd name="connsiteY137" fmla="*/ 403826 h 649257"/>
                <a:gd name="connsiteX138" fmla="*/ 632020 w 1015593"/>
                <a:gd name="connsiteY138" fmla="*/ 402946 h 649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015593" h="649257">
                  <a:moveTo>
                    <a:pt x="426754" y="20320"/>
                  </a:moveTo>
                  <a:lnTo>
                    <a:pt x="270493" y="20320"/>
                  </a:lnTo>
                  <a:lnTo>
                    <a:pt x="270493" y="0"/>
                  </a:lnTo>
                  <a:lnTo>
                    <a:pt x="603301" y="0"/>
                  </a:lnTo>
                  <a:lnTo>
                    <a:pt x="603301" y="20320"/>
                  </a:lnTo>
                  <a:lnTo>
                    <a:pt x="447074" y="20320"/>
                  </a:lnTo>
                  <a:lnTo>
                    <a:pt x="447074" y="129608"/>
                  </a:lnTo>
                  <a:lnTo>
                    <a:pt x="504410" y="129608"/>
                  </a:lnTo>
                  <a:lnTo>
                    <a:pt x="504410" y="149928"/>
                  </a:lnTo>
                  <a:lnTo>
                    <a:pt x="369350" y="149928"/>
                  </a:lnTo>
                  <a:lnTo>
                    <a:pt x="369350" y="129608"/>
                  </a:lnTo>
                  <a:lnTo>
                    <a:pt x="426754" y="129608"/>
                  </a:lnTo>
                  <a:close/>
                  <a:moveTo>
                    <a:pt x="1005434" y="200592"/>
                  </a:moveTo>
                  <a:lnTo>
                    <a:pt x="920970" y="200592"/>
                  </a:lnTo>
                  <a:cubicBezTo>
                    <a:pt x="916994" y="200589"/>
                    <a:pt x="913381" y="202905"/>
                    <a:pt x="911725" y="206519"/>
                  </a:cubicBezTo>
                  <a:lnTo>
                    <a:pt x="864311" y="310049"/>
                  </a:lnTo>
                  <a:lnTo>
                    <a:pt x="775919" y="310049"/>
                  </a:lnTo>
                  <a:lnTo>
                    <a:pt x="775919" y="188299"/>
                  </a:lnTo>
                  <a:cubicBezTo>
                    <a:pt x="775919" y="182687"/>
                    <a:pt x="771371" y="178139"/>
                    <a:pt x="765759" y="178139"/>
                  </a:cubicBezTo>
                  <a:lnTo>
                    <a:pt x="630902" y="178139"/>
                  </a:lnTo>
                  <a:lnTo>
                    <a:pt x="581118" y="78605"/>
                  </a:lnTo>
                  <a:cubicBezTo>
                    <a:pt x="579418" y="75196"/>
                    <a:pt x="575953" y="73026"/>
                    <a:pt x="572143" y="72983"/>
                  </a:cubicBezTo>
                  <a:lnTo>
                    <a:pt x="488256" y="72983"/>
                  </a:lnTo>
                  <a:lnTo>
                    <a:pt x="488256" y="93303"/>
                  </a:lnTo>
                  <a:lnTo>
                    <a:pt x="565777" y="93303"/>
                  </a:lnTo>
                  <a:lnTo>
                    <a:pt x="615527" y="192837"/>
                  </a:lnTo>
                  <a:cubicBezTo>
                    <a:pt x="617251" y="196288"/>
                    <a:pt x="620779" y="198465"/>
                    <a:pt x="624637" y="198459"/>
                  </a:cubicBezTo>
                  <a:lnTo>
                    <a:pt x="755599" y="198459"/>
                  </a:lnTo>
                  <a:lnTo>
                    <a:pt x="755599" y="320379"/>
                  </a:lnTo>
                  <a:cubicBezTo>
                    <a:pt x="755599" y="325990"/>
                    <a:pt x="760148" y="330539"/>
                    <a:pt x="765759" y="330539"/>
                  </a:cubicBezTo>
                  <a:lnTo>
                    <a:pt x="870746" y="330539"/>
                  </a:lnTo>
                  <a:cubicBezTo>
                    <a:pt x="874708" y="330529"/>
                    <a:pt x="878305" y="328215"/>
                    <a:pt x="879958" y="324612"/>
                  </a:cubicBezTo>
                  <a:lnTo>
                    <a:pt x="927371" y="221082"/>
                  </a:lnTo>
                  <a:lnTo>
                    <a:pt x="995104" y="221082"/>
                  </a:lnTo>
                  <a:lnTo>
                    <a:pt x="995104" y="557411"/>
                  </a:lnTo>
                  <a:lnTo>
                    <a:pt x="927371" y="557411"/>
                  </a:lnTo>
                  <a:lnTo>
                    <a:pt x="879958" y="453881"/>
                  </a:lnTo>
                  <a:cubicBezTo>
                    <a:pt x="878305" y="450278"/>
                    <a:pt x="874708" y="447965"/>
                    <a:pt x="870746" y="447954"/>
                  </a:cubicBezTo>
                  <a:lnTo>
                    <a:pt x="765759" y="447954"/>
                  </a:lnTo>
                  <a:cubicBezTo>
                    <a:pt x="760148" y="447954"/>
                    <a:pt x="755599" y="452503"/>
                    <a:pt x="755599" y="458114"/>
                  </a:cubicBezTo>
                  <a:lnTo>
                    <a:pt x="755599" y="628938"/>
                  </a:lnTo>
                  <a:lnTo>
                    <a:pt x="552399" y="628938"/>
                  </a:lnTo>
                  <a:lnTo>
                    <a:pt x="552399" y="649258"/>
                  </a:lnTo>
                  <a:lnTo>
                    <a:pt x="765759" y="649258"/>
                  </a:lnTo>
                  <a:cubicBezTo>
                    <a:pt x="771371" y="649258"/>
                    <a:pt x="775919" y="644710"/>
                    <a:pt x="775919" y="639098"/>
                  </a:cubicBezTo>
                  <a:lnTo>
                    <a:pt x="775919" y="468105"/>
                  </a:lnTo>
                  <a:lnTo>
                    <a:pt x="864277" y="468105"/>
                  </a:lnTo>
                  <a:lnTo>
                    <a:pt x="911691" y="571636"/>
                  </a:lnTo>
                  <a:cubicBezTo>
                    <a:pt x="913347" y="575249"/>
                    <a:pt x="916960" y="577566"/>
                    <a:pt x="920936" y="577562"/>
                  </a:cubicBezTo>
                  <a:lnTo>
                    <a:pt x="1005434" y="577562"/>
                  </a:lnTo>
                  <a:cubicBezTo>
                    <a:pt x="1011045" y="577562"/>
                    <a:pt x="1015594" y="573014"/>
                    <a:pt x="1015594" y="567402"/>
                  </a:cubicBezTo>
                  <a:lnTo>
                    <a:pt x="1015594" y="210752"/>
                  </a:lnTo>
                  <a:cubicBezTo>
                    <a:pt x="1015594" y="205141"/>
                    <a:pt x="1011045" y="200592"/>
                    <a:pt x="1005434" y="200592"/>
                  </a:cubicBezTo>
                  <a:close/>
                  <a:moveTo>
                    <a:pt x="242621" y="555955"/>
                  </a:moveTo>
                  <a:cubicBezTo>
                    <a:pt x="241007" y="554943"/>
                    <a:pt x="239141" y="554401"/>
                    <a:pt x="237236" y="554397"/>
                  </a:cubicBezTo>
                  <a:lnTo>
                    <a:pt x="237236" y="554397"/>
                  </a:lnTo>
                  <a:lnTo>
                    <a:pt x="103530" y="554397"/>
                  </a:lnTo>
                  <a:lnTo>
                    <a:pt x="103530" y="209398"/>
                  </a:lnTo>
                  <a:lnTo>
                    <a:pt x="237236" y="209398"/>
                  </a:lnTo>
                  <a:cubicBezTo>
                    <a:pt x="240753" y="209398"/>
                    <a:pt x="244020" y="207579"/>
                    <a:pt x="245872" y="204589"/>
                  </a:cubicBezTo>
                  <a:lnTo>
                    <a:pt x="314757" y="93303"/>
                  </a:lnTo>
                  <a:lnTo>
                    <a:pt x="388044" y="93303"/>
                  </a:lnTo>
                  <a:lnTo>
                    <a:pt x="388044" y="72983"/>
                  </a:lnTo>
                  <a:lnTo>
                    <a:pt x="309169" y="72983"/>
                  </a:lnTo>
                  <a:cubicBezTo>
                    <a:pt x="305652" y="72983"/>
                    <a:pt x="302385" y="74802"/>
                    <a:pt x="300533" y="77792"/>
                  </a:cubicBezTo>
                  <a:lnTo>
                    <a:pt x="231546" y="189078"/>
                  </a:lnTo>
                  <a:lnTo>
                    <a:pt x="93337" y="189078"/>
                  </a:lnTo>
                  <a:cubicBezTo>
                    <a:pt x="87725" y="189078"/>
                    <a:pt x="83177" y="193626"/>
                    <a:pt x="83177" y="199238"/>
                  </a:cubicBezTo>
                  <a:lnTo>
                    <a:pt x="83177" y="386182"/>
                  </a:lnTo>
                  <a:lnTo>
                    <a:pt x="20320" y="386182"/>
                  </a:lnTo>
                  <a:lnTo>
                    <a:pt x="20320" y="169841"/>
                  </a:lnTo>
                  <a:lnTo>
                    <a:pt x="0" y="169841"/>
                  </a:lnTo>
                  <a:lnTo>
                    <a:pt x="0" y="608313"/>
                  </a:lnTo>
                  <a:lnTo>
                    <a:pt x="20320" y="608313"/>
                  </a:lnTo>
                  <a:lnTo>
                    <a:pt x="20320" y="406603"/>
                  </a:lnTo>
                  <a:lnTo>
                    <a:pt x="83177" y="406603"/>
                  </a:lnTo>
                  <a:lnTo>
                    <a:pt x="83177" y="564625"/>
                  </a:lnTo>
                  <a:cubicBezTo>
                    <a:pt x="83177" y="570237"/>
                    <a:pt x="87725" y="574785"/>
                    <a:pt x="93337" y="574785"/>
                  </a:cubicBezTo>
                  <a:lnTo>
                    <a:pt x="93337" y="574785"/>
                  </a:lnTo>
                  <a:lnTo>
                    <a:pt x="234323" y="574785"/>
                  </a:lnTo>
                  <a:lnTo>
                    <a:pt x="350825" y="647598"/>
                  </a:lnTo>
                  <a:cubicBezTo>
                    <a:pt x="352437" y="648611"/>
                    <a:pt x="354303" y="649153"/>
                    <a:pt x="356210" y="649156"/>
                  </a:cubicBezTo>
                  <a:lnTo>
                    <a:pt x="472474" y="649156"/>
                  </a:lnTo>
                  <a:lnTo>
                    <a:pt x="472474" y="628836"/>
                  </a:lnTo>
                  <a:lnTo>
                    <a:pt x="359122" y="628836"/>
                  </a:lnTo>
                  <a:close/>
                  <a:moveTo>
                    <a:pt x="420285" y="352213"/>
                  </a:moveTo>
                  <a:cubicBezTo>
                    <a:pt x="420248" y="394188"/>
                    <a:pt x="386229" y="428207"/>
                    <a:pt x="344255" y="428244"/>
                  </a:cubicBezTo>
                  <a:lnTo>
                    <a:pt x="343848" y="428244"/>
                  </a:lnTo>
                  <a:cubicBezTo>
                    <a:pt x="292100" y="426178"/>
                    <a:pt x="268529" y="387401"/>
                    <a:pt x="268529" y="352213"/>
                  </a:cubicBezTo>
                  <a:cubicBezTo>
                    <a:pt x="268529" y="317026"/>
                    <a:pt x="292235" y="278215"/>
                    <a:pt x="343848" y="276149"/>
                  </a:cubicBezTo>
                  <a:lnTo>
                    <a:pt x="344255" y="276149"/>
                  </a:lnTo>
                  <a:cubicBezTo>
                    <a:pt x="386236" y="276206"/>
                    <a:pt x="420248" y="310232"/>
                    <a:pt x="420285" y="352213"/>
                  </a:cubicBezTo>
                  <a:close/>
                  <a:moveTo>
                    <a:pt x="399965" y="352213"/>
                  </a:moveTo>
                  <a:cubicBezTo>
                    <a:pt x="399948" y="321513"/>
                    <a:pt x="375124" y="296601"/>
                    <a:pt x="344424" y="296469"/>
                  </a:cubicBezTo>
                  <a:cubicBezTo>
                    <a:pt x="306053" y="298094"/>
                    <a:pt x="288849" y="325594"/>
                    <a:pt x="288849" y="352213"/>
                  </a:cubicBezTo>
                  <a:cubicBezTo>
                    <a:pt x="288849" y="378833"/>
                    <a:pt x="306053" y="406400"/>
                    <a:pt x="344424" y="407924"/>
                  </a:cubicBezTo>
                  <a:cubicBezTo>
                    <a:pt x="375111" y="407792"/>
                    <a:pt x="399928" y="382900"/>
                    <a:pt x="399965" y="352213"/>
                  </a:cubicBezTo>
                  <a:close/>
                  <a:moveTo>
                    <a:pt x="561983" y="468613"/>
                  </a:moveTo>
                  <a:cubicBezTo>
                    <a:pt x="561685" y="443027"/>
                    <a:pt x="582182" y="422043"/>
                    <a:pt x="607768" y="421745"/>
                  </a:cubicBezTo>
                  <a:cubicBezTo>
                    <a:pt x="607937" y="421742"/>
                    <a:pt x="608110" y="421742"/>
                    <a:pt x="608279" y="421742"/>
                  </a:cubicBezTo>
                  <a:lnTo>
                    <a:pt x="608686" y="421742"/>
                  </a:lnTo>
                  <a:cubicBezTo>
                    <a:pt x="634573" y="421742"/>
                    <a:pt x="655557" y="442725"/>
                    <a:pt x="655557" y="468613"/>
                  </a:cubicBezTo>
                  <a:cubicBezTo>
                    <a:pt x="655557" y="494501"/>
                    <a:pt x="634573" y="515485"/>
                    <a:pt x="608686" y="515485"/>
                  </a:cubicBezTo>
                  <a:lnTo>
                    <a:pt x="608279" y="515485"/>
                  </a:lnTo>
                  <a:cubicBezTo>
                    <a:pt x="582673" y="515447"/>
                    <a:pt x="561946" y="494663"/>
                    <a:pt x="561980" y="469057"/>
                  </a:cubicBezTo>
                  <a:cubicBezTo>
                    <a:pt x="561980" y="468908"/>
                    <a:pt x="561983" y="468762"/>
                    <a:pt x="561983" y="468613"/>
                  </a:cubicBezTo>
                  <a:close/>
                  <a:moveTo>
                    <a:pt x="582303" y="468613"/>
                  </a:moveTo>
                  <a:cubicBezTo>
                    <a:pt x="582303" y="481245"/>
                    <a:pt x="590533" y="494352"/>
                    <a:pt x="608889" y="495165"/>
                  </a:cubicBezTo>
                  <a:cubicBezTo>
                    <a:pt x="623553" y="495165"/>
                    <a:pt x="635440" y="483277"/>
                    <a:pt x="635440" y="468613"/>
                  </a:cubicBezTo>
                  <a:cubicBezTo>
                    <a:pt x="635440" y="453949"/>
                    <a:pt x="623553" y="442062"/>
                    <a:pt x="608889" y="442062"/>
                  </a:cubicBezTo>
                  <a:cubicBezTo>
                    <a:pt x="590669" y="442874"/>
                    <a:pt x="582303" y="455947"/>
                    <a:pt x="582303" y="468613"/>
                  </a:cubicBezTo>
                  <a:close/>
                  <a:moveTo>
                    <a:pt x="417576" y="256811"/>
                  </a:moveTo>
                  <a:lnTo>
                    <a:pt x="642823" y="385843"/>
                  </a:lnTo>
                  <a:cubicBezTo>
                    <a:pt x="693623" y="407822"/>
                    <a:pt x="705240" y="457200"/>
                    <a:pt x="694470" y="493979"/>
                  </a:cubicBezTo>
                  <a:cubicBezTo>
                    <a:pt x="683700" y="532028"/>
                    <a:pt x="648943" y="558279"/>
                    <a:pt x="609397" y="558224"/>
                  </a:cubicBezTo>
                  <a:cubicBezTo>
                    <a:pt x="603345" y="558211"/>
                    <a:pt x="597306" y="557679"/>
                    <a:pt x="591346" y="556633"/>
                  </a:cubicBezTo>
                  <a:cubicBezTo>
                    <a:pt x="585294" y="555407"/>
                    <a:pt x="579381" y="553568"/>
                    <a:pt x="573701" y="551146"/>
                  </a:cubicBezTo>
                  <a:lnTo>
                    <a:pt x="314994" y="469053"/>
                  </a:lnTo>
                  <a:cubicBezTo>
                    <a:pt x="250696" y="452039"/>
                    <a:pt x="212366" y="386117"/>
                    <a:pt x="229383" y="321821"/>
                  </a:cubicBezTo>
                  <a:cubicBezTo>
                    <a:pt x="246399" y="257522"/>
                    <a:pt x="312317" y="219192"/>
                    <a:pt x="376614" y="236210"/>
                  </a:cubicBezTo>
                  <a:cubicBezTo>
                    <a:pt x="380506" y="237239"/>
                    <a:pt x="384343" y="238462"/>
                    <a:pt x="388112" y="239878"/>
                  </a:cubicBezTo>
                  <a:lnTo>
                    <a:pt x="389196" y="240318"/>
                  </a:lnTo>
                  <a:cubicBezTo>
                    <a:pt x="399363" y="244500"/>
                    <a:pt x="408910" y="250051"/>
                    <a:pt x="417576" y="256811"/>
                  </a:cubicBezTo>
                  <a:close/>
                  <a:moveTo>
                    <a:pt x="632020" y="403081"/>
                  </a:moveTo>
                  <a:lnTo>
                    <a:pt x="406840" y="274083"/>
                  </a:lnTo>
                  <a:lnTo>
                    <a:pt x="405655" y="273304"/>
                  </a:lnTo>
                  <a:cubicBezTo>
                    <a:pt x="398231" y="267489"/>
                    <a:pt x="390009" y="262778"/>
                    <a:pt x="381237" y="259317"/>
                  </a:cubicBezTo>
                  <a:lnTo>
                    <a:pt x="380932" y="259317"/>
                  </a:lnTo>
                  <a:cubicBezTo>
                    <a:pt x="329112" y="239302"/>
                    <a:pt x="270878" y="265085"/>
                    <a:pt x="250863" y="316904"/>
                  </a:cubicBezTo>
                  <a:cubicBezTo>
                    <a:pt x="246499" y="328205"/>
                    <a:pt x="244211" y="340201"/>
                    <a:pt x="244111" y="352315"/>
                  </a:cubicBezTo>
                  <a:cubicBezTo>
                    <a:pt x="244007" y="393625"/>
                    <a:pt x="269420" y="430706"/>
                    <a:pt x="307983" y="445516"/>
                  </a:cubicBezTo>
                  <a:cubicBezTo>
                    <a:pt x="311978" y="447087"/>
                    <a:pt x="316074" y="448391"/>
                    <a:pt x="320243" y="449411"/>
                  </a:cubicBezTo>
                  <a:lnTo>
                    <a:pt x="320853" y="449411"/>
                  </a:lnTo>
                  <a:lnTo>
                    <a:pt x="580238" y="531673"/>
                  </a:lnTo>
                  <a:lnTo>
                    <a:pt x="581220" y="532045"/>
                  </a:lnTo>
                  <a:cubicBezTo>
                    <a:pt x="585629" y="533972"/>
                    <a:pt x="590225" y="535439"/>
                    <a:pt x="594936" y="536414"/>
                  </a:cubicBezTo>
                  <a:cubicBezTo>
                    <a:pt x="638251" y="543797"/>
                    <a:pt x="666361" y="517415"/>
                    <a:pt x="674997" y="487951"/>
                  </a:cubicBezTo>
                  <a:cubicBezTo>
                    <a:pt x="683633" y="458487"/>
                    <a:pt x="674353" y="420861"/>
                    <a:pt x="633984" y="403826"/>
                  </a:cubicBezTo>
                  <a:cubicBezTo>
                    <a:pt x="633300" y="403599"/>
                    <a:pt x="632643" y="403305"/>
                    <a:pt x="632020" y="402946"/>
                  </a:cubicBezTo>
                  <a:close/>
                </a:path>
              </a:pathLst>
            </a:custGeom>
            <a:solidFill>
              <a:srgbClr val="505050"/>
            </a:solidFill>
            <a:ln w="33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Rechteck: abgerundete Ecken 94">
            <a:extLst>
              <a:ext uri="{FF2B5EF4-FFF2-40B4-BE49-F238E27FC236}">
                <a16:creationId xmlns:a16="http://schemas.microsoft.com/office/drawing/2014/main" id="{8CB550EE-89BA-6195-1256-25E7E67E1EF6}"/>
              </a:ext>
            </a:extLst>
          </p:cNvPr>
          <p:cNvSpPr/>
          <p:nvPr/>
        </p:nvSpPr>
        <p:spPr>
          <a:xfrm>
            <a:off x="5858501" y="1719419"/>
            <a:ext cx="449645" cy="225285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8903B19F-BD43-D9F9-CA92-1375C9F5BB2F}"/>
              </a:ext>
            </a:extLst>
          </p:cNvPr>
          <p:cNvGrpSpPr/>
          <p:nvPr/>
        </p:nvGrpSpPr>
        <p:grpSpPr>
          <a:xfrm>
            <a:off x="5996514" y="1756301"/>
            <a:ext cx="196105" cy="160201"/>
            <a:chOff x="3607366" y="1982624"/>
            <a:chExt cx="940818" cy="1088559"/>
          </a:xfrm>
        </p:grpSpPr>
        <p:grpSp>
          <p:nvGrpSpPr>
            <p:cNvPr id="106" name="ee4p_icon_group">
              <a:extLst>
                <a:ext uri="{FF2B5EF4-FFF2-40B4-BE49-F238E27FC236}">
                  <a16:creationId xmlns:a16="http://schemas.microsoft.com/office/drawing/2014/main" id="{38655AAD-8350-3655-626C-769FD4578ED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35493" y="2509180"/>
              <a:ext cx="726059" cy="562003"/>
              <a:chOff x="4032000" y="2888964"/>
              <a:chExt cx="1080000" cy="1080000"/>
            </a:xfrm>
            <a:solidFill>
              <a:srgbClr val="C00000"/>
            </a:solidFill>
          </p:grpSpPr>
          <p:grpSp>
            <p:nvGrpSpPr>
              <p:cNvPr id="110" name="ee4p_icon_frame">
                <a:extLst>
                  <a:ext uri="{FF2B5EF4-FFF2-40B4-BE49-F238E27FC236}">
                    <a16:creationId xmlns:a16="http://schemas.microsoft.com/office/drawing/2014/main" id="{862D8F74-51F8-7136-EA41-9F5471EE6F5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8964"/>
                <a:ext cx="1080000" cy="1080000"/>
                <a:chOff x="4737100" y="1701800"/>
                <a:chExt cx="1098550" cy="1098550"/>
              </a:xfrm>
              <a:grpFill/>
            </p:grpSpPr>
            <p:cxnSp>
              <p:nvCxnSpPr>
                <p:cNvPr id="112" name="ee4p_icon_frame_top">
                  <a:extLst>
                    <a:ext uri="{FF2B5EF4-FFF2-40B4-BE49-F238E27FC236}">
                      <a16:creationId xmlns:a16="http://schemas.microsoft.com/office/drawing/2014/main" id="{DBBCC071-2FED-EAFE-2A39-C3345637E8B7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13" name="ee4p_icon_frame_bottom">
                  <a:extLst>
                    <a:ext uri="{FF2B5EF4-FFF2-40B4-BE49-F238E27FC236}">
                      <a16:creationId xmlns:a16="http://schemas.microsoft.com/office/drawing/2014/main" id="{190F65DD-B28A-5427-0CDE-D32D7048A2F8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14" name="ee4p_icon_frame_left">
                  <a:extLst>
                    <a:ext uri="{FF2B5EF4-FFF2-40B4-BE49-F238E27FC236}">
                      <a16:creationId xmlns:a16="http://schemas.microsoft.com/office/drawing/2014/main" id="{6ED79C2B-9950-B1D3-D5C7-E035C0EEC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115" name="ee4p_icon_frame_right">
                  <a:extLst>
                    <a:ext uri="{FF2B5EF4-FFF2-40B4-BE49-F238E27FC236}">
                      <a16:creationId xmlns:a16="http://schemas.microsoft.com/office/drawing/2014/main" id="{9339E76C-3782-B16C-19FE-805A68530B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111" name="ee4p_icon">
                <a:extLst>
                  <a:ext uri="{FF2B5EF4-FFF2-40B4-BE49-F238E27FC236}">
                    <a16:creationId xmlns:a16="http://schemas.microsoft.com/office/drawing/2014/main" id="{CF01BC54-1B06-9B5C-C0A4-CA3D7A93C0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61739" y="2921166"/>
                <a:ext cx="820521" cy="1015596"/>
              </a:xfrm>
              <a:custGeom>
                <a:avLst/>
                <a:gdLst>
                  <a:gd name="connsiteX0" fmla="*/ 820522 w 820521"/>
                  <a:gd name="connsiteY0" fmla="*/ 898858 h 1015596"/>
                  <a:gd name="connsiteX1" fmla="*/ 820522 w 820521"/>
                  <a:gd name="connsiteY1" fmla="*/ 1005436 h 1015596"/>
                  <a:gd name="connsiteX2" fmla="*/ 810362 w 820521"/>
                  <a:gd name="connsiteY2" fmla="*/ 1015596 h 1015596"/>
                  <a:gd name="connsiteX3" fmla="*/ 655659 w 820521"/>
                  <a:gd name="connsiteY3" fmla="*/ 1015596 h 1015596"/>
                  <a:gd name="connsiteX4" fmla="*/ 655659 w 820521"/>
                  <a:gd name="connsiteY4" fmla="*/ 995276 h 1015596"/>
                  <a:gd name="connsiteX5" fmla="*/ 800202 w 820521"/>
                  <a:gd name="connsiteY5" fmla="*/ 995276 h 1015596"/>
                  <a:gd name="connsiteX6" fmla="*/ 800202 w 820521"/>
                  <a:gd name="connsiteY6" fmla="*/ 909018 h 1015596"/>
                  <a:gd name="connsiteX7" fmla="*/ 20320 w 820521"/>
                  <a:gd name="connsiteY7" fmla="*/ 909018 h 1015596"/>
                  <a:gd name="connsiteX8" fmla="*/ 20320 w 820521"/>
                  <a:gd name="connsiteY8" fmla="*/ 995276 h 1015596"/>
                  <a:gd name="connsiteX9" fmla="*/ 516941 w 820521"/>
                  <a:gd name="connsiteY9" fmla="*/ 995276 h 1015596"/>
                  <a:gd name="connsiteX10" fmla="*/ 516941 w 820521"/>
                  <a:gd name="connsiteY10" fmla="*/ 1015596 h 1015596"/>
                  <a:gd name="connsiteX11" fmla="*/ 10160 w 820521"/>
                  <a:gd name="connsiteY11" fmla="*/ 1015596 h 1015596"/>
                  <a:gd name="connsiteX12" fmla="*/ 0 w 820521"/>
                  <a:gd name="connsiteY12" fmla="*/ 1005436 h 1015596"/>
                  <a:gd name="connsiteX13" fmla="*/ 0 w 820521"/>
                  <a:gd name="connsiteY13" fmla="*/ 898858 h 1015596"/>
                  <a:gd name="connsiteX14" fmla="*/ 10160 w 820521"/>
                  <a:gd name="connsiteY14" fmla="*/ 888698 h 1015596"/>
                  <a:gd name="connsiteX15" fmla="*/ 54661 w 820521"/>
                  <a:gd name="connsiteY15" fmla="*/ 888698 h 1015596"/>
                  <a:gd name="connsiteX16" fmla="*/ 89645 w 820521"/>
                  <a:gd name="connsiteY16" fmla="*/ 817849 h 1015596"/>
                  <a:gd name="connsiteX17" fmla="*/ 98687 w 820521"/>
                  <a:gd name="connsiteY17" fmla="*/ 812193 h 1015596"/>
                  <a:gd name="connsiteX18" fmla="*/ 268766 w 820521"/>
                  <a:gd name="connsiteY18" fmla="*/ 812193 h 1015596"/>
                  <a:gd name="connsiteX19" fmla="*/ 268766 w 820521"/>
                  <a:gd name="connsiteY19" fmla="*/ 832513 h 1015596"/>
                  <a:gd name="connsiteX20" fmla="*/ 105021 w 820521"/>
                  <a:gd name="connsiteY20" fmla="*/ 832513 h 1015596"/>
                  <a:gd name="connsiteX21" fmla="*/ 77284 w 820521"/>
                  <a:gd name="connsiteY21" fmla="*/ 888698 h 1015596"/>
                  <a:gd name="connsiteX22" fmla="*/ 743238 w 820521"/>
                  <a:gd name="connsiteY22" fmla="*/ 888698 h 1015596"/>
                  <a:gd name="connsiteX23" fmla="*/ 715501 w 820521"/>
                  <a:gd name="connsiteY23" fmla="*/ 832513 h 1015596"/>
                  <a:gd name="connsiteX24" fmla="*/ 561882 w 820521"/>
                  <a:gd name="connsiteY24" fmla="*/ 832513 h 1015596"/>
                  <a:gd name="connsiteX25" fmla="*/ 561882 w 820521"/>
                  <a:gd name="connsiteY25" fmla="*/ 858015 h 1015596"/>
                  <a:gd name="connsiteX26" fmla="*/ 541562 w 820521"/>
                  <a:gd name="connsiteY26" fmla="*/ 858015 h 1015596"/>
                  <a:gd name="connsiteX27" fmla="*/ 541562 w 820521"/>
                  <a:gd name="connsiteY27" fmla="*/ 822353 h 1015596"/>
                  <a:gd name="connsiteX28" fmla="*/ 551722 w 820521"/>
                  <a:gd name="connsiteY28" fmla="*/ 812193 h 1015596"/>
                  <a:gd name="connsiteX29" fmla="*/ 721834 w 820521"/>
                  <a:gd name="connsiteY29" fmla="*/ 812193 h 1015596"/>
                  <a:gd name="connsiteX30" fmla="*/ 730944 w 820521"/>
                  <a:gd name="connsiteY30" fmla="*/ 817849 h 1015596"/>
                  <a:gd name="connsiteX31" fmla="*/ 765861 w 820521"/>
                  <a:gd name="connsiteY31" fmla="*/ 888698 h 1015596"/>
                  <a:gd name="connsiteX32" fmla="*/ 810328 w 820521"/>
                  <a:gd name="connsiteY32" fmla="*/ 888698 h 1015596"/>
                  <a:gd name="connsiteX33" fmla="*/ 820522 w 820521"/>
                  <a:gd name="connsiteY33" fmla="*/ 898824 h 1015596"/>
                  <a:gd name="connsiteX34" fmla="*/ 820522 w 820521"/>
                  <a:gd name="connsiteY34" fmla="*/ 898858 h 1015596"/>
                  <a:gd name="connsiteX35" fmla="*/ 298975 w 820521"/>
                  <a:gd name="connsiteY35" fmla="*/ 783102 h 1015596"/>
                  <a:gd name="connsiteX36" fmla="*/ 312301 w 820521"/>
                  <a:gd name="connsiteY36" fmla="*/ 777730 h 1015596"/>
                  <a:gd name="connsiteX37" fmla="*/ 310557 w 820521"/>
                  <a:gd name="connsiteY37" fmla="*/ 767015 h 1015596"/>
                  <a:gd name="connsiteX38" fmla="*/ 277334 w 820521"/>
                  <a:gd name="connsiteY38" fmla="*/ 678962 h 1015596"/>
                  <a:gd name="connsiteX39" fmla="*/ 410430 w 820521"/>
                  <a:gd name="connsiteY39" fmla="*/ 431735 h 1015596"/>
                  <a:gd name="connsiteX40" fmla="*/ 520294 w 820521"/>
                  <a:gd name="connsiteY40" fmla="*/ 604828 h 1015596"/>
                  <a:gd name="connsiteX41" fmla="*/ 538615 w 820521"/>
                  <a:gd name="connsiteY41" fmla="*/ 595988 h 1015596"/>
                  <a:gd name="connsiteX42" fmla="*/ 418457 w 820521"/>
                  <a:gd name="connsiteY42" fmla="*/ 408672 h 1015596"/>
                  <a:gd name="connsiteX43" fmla="*/ 404202 w 820521"/>
                  <a:gd name="connsiteY43" fmla="*/ 406874 h 1015596"/>
                  <a:gd name="connsiteX44" fmla="*/ 402404 w 820521"/>
                  <a:gd name="connsiteY44" fmla="*/ 408672 h 1015596"/>
                  <a:gd name="connsiteX45" fmla="*/ 257014 w 820521"/>
                  <a:gd name="connsiteY45" fmla="*/ 678894 h 1015596"/>
                  <a:gd name="connsiteX46" fmla="*/ 272931 w 820521"/>
                  <a:gd name="connsiteY46" fmla="*/ 746864 h 1015596"/>
                  <a:gd name="connsiteX47" fmla="*/ 144407 w 820521"/>
                  <a:gd name="connsiteY47" fmla="*/ 519043 h 1015596"/>
                  <a:gd name="connsiteX48" fmla="*/ 410261 w 820521"/>
                  <a:gd name="connsiteY48" fmla="*/ 26927 h 1015596"/>
                  <a:gd name="connsiteX49" fmla="*/ 676284 w 820521"/>
                  <a:gd name="connsiteY49" fmla="*/ 519179 h 1015596"/>
                  <a:gd name="connsiteX50" fmla="*/ 513723 w 820521"/>
                  <a:gd name="connsiteY50" fmla="*/ 764306 h 1015596"/>
                  <a:gd name="connsiteX51" fmla="*/ 521648 w 820521"/>
                  <a:gd name="connsiteY51" fmla="*/ 783034 h 1015596"/>
                  <a:gd name="connsiteX52" fmla="*/ 696536 w 820521"/>
                  <a:gd name="connsiteY52" fmla="*/ 519179 h 1015596"/>
                  <a:gd name="connsiteX53" fmla="*/ 418220 w 820521"/>
                  <a:gd name="connsiteY53" fmla="*/ 3931 h 1015596"/>
                  <a:gd name="connsiteX54" fmla="*/ 403965 w 820521"/>
                  <a:gd name="connsiteY54" fmla="*/ 2134 h 1015596"/>
                  <a:gd name="connsiteX55" fmla="*/ 402167 w 820521"/>
                  <a:gd name="connsiteY55" fmla="*/ 3931 h 1015596"/>
                  <a:gd name="connsiteX56" fmla="*/ 123850 w 820521"/>
                  <a:gd name="connsiteY56" fmla="*/ 519179 h 1015596"/>
                  <a:gd name="connsiteX57" fmla="*/ 298806 w 820521"/>
                  <a:gd name="connsiteY57" fmla="*/ 783102 h 1015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820521" h="1015596">
                    <a:moveTo>
                      <a:pt x="820522" y="898858"/>
                    </a:moveTo>
                    <a:lnTo>
                      <a:pt x="820522" y="1005436"/>
                    </a:lnTo>
                    <a:cubicBezTo>
                      <a:pt x="820522" y="1011048"/>
                      <a:pt x="815973" y="1015596"/>
                      <a:pt x="810362" y="1015596"/>
                    </a:cubicBezTo>
                    <a:lnTo>
                      <a:pt x="655659" y="1015596"/>
                    </a:lnTo>
                    <a:lnTo>
                      <a:pt x="655659" y="995276"/>
                    </a:lnTo>
                    <a:lnTo>
                      <a:pt x="800202" y="995276"/>
                    </a:lnTo>
                    <a:lnTo>
                      <a:pt x="800202" y="909018"/>
                    </a:lnTo>
                    <a:lnTo>
                      <a:pt x="20320" y="909018"/>
                    </a:lnTo>
                    <a:lnTo>
                      <a:pt x="20320" y="995276"/>
                    </a:lnTo>
                    <a:lnTo>
                      <a:pt x="516941" y="995276"/>
                    </a:lnTo>
                    <a:lnTo>
                      <a:pt x="516941" y="1015596"/>
                    </a:lnTo>
                    <a:lnTo>
                      <a:pt x="10160" y="1015596"/>
                    </a:lnTo>
                    <a:cubicBezTo>
                      <a:pt x="4549" y="1015596"/>
                      <a:pt x="0" y="1011048"/>
                      <a:pt x="0" y="1005436"/>
                    </a:cubicBezTo>
                    <a:lnTo>
                      <a:pt x="0" y="898858"/>
                    </a:lnTo>
                    <a:cubicBezTo>
                      <a:pt x="0" y="893246"/>
                      <a:pt x="4549" y="888698"/>
                      <a:pt x="10160" y="888698"/>
                    </a:cubicBezTo>
                    <a:lnTo>
                      <a:pt x="54661" y="888698"/>
                    </a:lnTo>
                    <a:lnTo>
                      <a:pt x="89645" y="817849"/>
                    </a:lnTo>
                    <a:cubicBezTo>
                      <a:pt x="91348" y="814405"/>
                      <a:pt x="94847" y="812217"/>
                      <a:pt x="98687" y="812193"/>
                    </a:cubicBezTo>
                    <a:lnTo>
                      <a:pt x="268766" y="812193"/>
                    </a:lnTo>
                    <a:lnTo>
                      <a:pt x="268766" y="832513"/>
                    </a:lnTo>
                    <a:lnTo>
                      <a:pt x="105021" y="832513"/>
                    </a:lnTo>
                    <a:lnTo>
                      <a:pt x="77284" y="888698"/>
                    </a:lnTo>
                    <a:lnTo>
                      <a:pt x="743238" y="888698"/>
                    </a:lnTo>
                    <a:lnTo>
                      <a:pt x="715501" y="832513"/>
                    </a:lnTo>
                    <a:lnTo>
                      <a:pt x="561882" y="832513"/>
                    </a:lnTo>
                    <a:lnTo>
                      <a:pt x="561882" y="858015"/>
                    </a:lnTo>
                    <a:lnTo>
                      <a:pt x="541562" y="858015"/>
                    </a:lnTo>
                    <a:lnTo>
                      <a:pt x="541562" y="822353"/>
                    </a:lnTo>
                    <a:cubicBezTo>
                      <a:pt x="541562" y="816741"/>
                      <a:pt x="546110" y="812193"/>
                      <a:pt x="551722" y="812193"/>
                    </a:cubicBezTo>
                    <a:lnTo>
                      <a:pt x="721834" y="812193"/>
                    </a:lnTo>
                    <a:cubicBezTo>
                      <a:pt x="725698" y="812193"/>
                      <a:pt x="729231" y="814384"/>
                      <a:pt x="730944" y="817849"/>
                    </a:cubicBezTo>
                    <a:lnTo>
                      <a:pt x="765861" y="888698"/>
                    </a:lnTo>
                    <a:lnTo>
                      <a:pt x="810328" y="888698"/>
                    </a:lnTo>
                    <a:cubicBezTo>
                      <a:pt x="815939" y="888678"/>
                      <a:pt x="820501" y="893212"/>
                      <a:pt x="820522" y="898824"/>
                    </a:cubicBezTo>
                    <a:cubicBezTo>
                      <a:pt x="820522" y="898834"/>
                      <a:pt x="820522" y="898848"/>
                      <a:pt x="820522" y="898858"/>
                    </a:cubicBezTo>
                    <a:close/>
                    <a:moveTo>
                      <a:pt x="298975" y="783102"/>
                    </a:moveTo>
                    <a:cubicBezTo>
                      <a:pt x="304140" y="785300"/>
                      <a:pt x="310104" y="782895"/>
                      <a:pt x="312301" y="777730"/>
                    </a:cubicBezTo>
                    <a:cubicBezTo>
                      <a:pt x="313839" y="774120"/>
                      <a:pt x="313158" y="769951"/>
                      <a:pt x="310557" y="767015"/>
                    </a:cubicBezTo>
                    <a:cubicBezTo>
                      <a:pt x="289120" y="742695"/>
                      <a:pt x="277304" y="711382"/>
                      <a:pt x="277334" y="678962"/>
                    </a:cubicBezTo>
                    <a:cubicBezTo>
                      <a:pt x="277334" y="614615"/>
                      <a:pt x="380492" y="471867"/>
                      <a:pt x="410430" y="431735"/>
                    </a:cubicBezTo>
                    <a:cubicBezTo>
                      <a:pt x="431326" y="459709"/>
                      <a:pt x="488019" y="537975"/>
                      <a:pt x="520294" y="604828"/>
                    </a:cubicBezTo>
                    <a:lnTo>
                      <a:pt x="538615" y="595988"/>
                    </a:lnTo>
                    <a:cubicBezTo>
                      <a:pt x="497772" y="511322"/>
                      <a:pt x="421674" y="412804"/>
                      <a:pt x="418457" y="408672"/>
                    </a:cubicBezTo>
                    <a:cubicBezTo>
                      <a:pt x="415016" y="404239"/>
                      <a:pt x="408635" y="403433"/>
                      <a:pt x="404202" y="406874"/>
                    </a:cubicBezTo>
                    <a:cubicBezTo>
                      <a:pt x="403528" y="407395"/>
                      <a:pt x="402925" y="408001"/>
                      <a:pt x="402404" y="408672"/>
                    </a:cubicBezTo>
                    <a:cubicBezTo>
                      <a:pt x="396477" y="416326"/>
                      <a:pt x="257014" y="597241"/>
                      <a:pt x="257014" y="678894"/>
                    </a:cubicBezTo>
                    <a:cubicBezTo>
                      <a:pt x="257007" y="702475"/>
                      <a:pt x="262457" y="725738"/>
                      <a:pt x="272931" y="746864"/>
                    </a:cubicBezTo>
                    <a:cubicBezTo>
                      <a:pt x="193061" y="698757"/>
                      <a:pt x="144276" y="612282"/>
                      <a:pt x="144407" y="519043"/>
                    </a:cubicBezTo>
                    <a:cubicBezTo>
                      <a:pt x="144238" y="386354"/>
                      <a:pt x="364981" y="86972"/>
                      <a:pt x="410261" y="26927"/>
                    </a:cubicBezTo>
                    <a:cubicBezTo>
                      <a:pt x="455541" y="86905"/>
                      <a:pt x="676284" y="386286"/>
                      <a:pt x="676284" y="519179"/>
                    </a:cubicBezTo>
                    <a:cubicBezTo>
                      <a:pt x="676419" y="626174"/>
                      <a:pt x="612340" y="722802"/>
                      <a:pt x="513723" y="764306"/>
                    </a:cubicBezTo>
                    <a:lnTo>
                      <a:pt x="521648" y="783034"/>
                    </a:lnTo>
                    <a:cubicBezTo>
                      <a:pt x="627746" y="738310"/>
                      <a:pt x="696675" y="634319"/>
                      <a:pt x="696536" y="519179"/>
                    </a:cubicBezTo>
                    <a:cubicBezTo>
                      <a:pt x="696536" y="364950"/>
                      <a:pt x="429599" y="18596"/>
                      <a:pt x="418220" y="3931"/>
                    </a:cubicBezTo>
                    <a:cubicBezTo>
                      <a:pt x="414779" y="-502"/>
                      <a:pt x="408398" y="-1306"/>
                      <a:pt x="403965" y="2134"/>
                    </a:cubicBezTo>
                    <a:cubicBezTo>
                      <a:pt x="403291" y="2656"/>
                      <a:pt x="402688" y="3259"/>
                      <a:pt x="402167" y="3931"/>
                    </a:cubicBezTo>
                    <a:cubicBezTo>
                      <a:pt x="390787" y="18596"/>
                      <a:pt x="123850" y="364950"/>
                      <a:pt x="123850" y="519179"/>
                    </a:cubicBezTo>
                    <a:cubicBezTo>
                      <a:pt x="123697" y="634359"/>
                      <a:pt x="192659" y="738388"/>
                      <a:pt x="298806" y="783102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7" name="Rechteck 106">
              <a:extLst>
                <a:ext uri="{FF2B5EF4-FFF2-40B4-BE49-F238E27FC236}">
                  <a16:creationId xmlns:a16="http://schemas.microsoft.com/office/drawing/2014/main" id="{4A32FE51-BFD4-7AEC-0D04-880E2C692022}"/>
                </a:ext>
              </a:extLst>
            </p:cNvPr>
            <p:cNvSpPr/>
            <p:nvPr/>
          </p:nvSpPr>
          <p:spPr>
            <a:xfrm>
              <a:off x="3607366" y="1982624"/>
              <a:ext cx="797945" cy="1053557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6583A0C2-69CB-FC84-F9B3-6C8D021362D5}"/>
                </a:ext>
              </a:extLst>
            </p:cNvPr>
            <p:cNvSpPr/>
            <p:nvPr/>
          </p:nvSpPr>
          <p:spPr>
            <a:xfrm>
              <a:off x="4405311" y="2642503"/>
              <a:ext cx="142873" cy="393678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A482AF11-A5A7-4FE1-C67C-3D3786079EE4}"/>
                </a:ext>
              </a:extLst>
            </p:cNvPr>
            <p:cNvSpPr/>
            <p:nvPr/>
          </p:nvSpPr>
          <p:spPr>
            <a:xfrm>
              <a:off x="4492531" y="2709520"/>
              <a:ext cx="45719" cy="259643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97" name="Textfeld 96">
            <a:extLst>
              <a:ext uri="{FF2B5EF4-FFF2-40B4-BE49-F238E27FC236}">
                <a16:creationId xmlns:a16="http://schemas.microsoft.com/office/drawing/2014/main" id="{B97B2625-9EE8-1FFE-DC8B-596B886F01BD}"/>
              </a:ext>
            </a:extLst>
          </p:cNvPr>
          <p:cNvSpPr txBox="1"/>
          <p:nvPr/>
        </p:nvSpPr>
        <p:spPr>
          <a:xfrm>
            <a:off x="5255545" y="1232676"/>
            <a:ext cx="1029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CHP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2B20CAF9-2B23-E524-401B-30F9D36BDD5E}"/>
              </a:ext>
            </a:extLst>
          </p:cNvPr>
          <p:cNvSpPr txBox="1"/>
          <p:nvPr/>
        </p:nvSpPr>
        <p:spPr>
          <a:xfrm>
            <a:off x="5140259" y="1630733"/>
            <a:ext cx="817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Boiler</a:t>
            </a:r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C76E6169-6B3C-2C31-0F71-CB4DFBDA4093}"/>
              </a:ext>
            </a:extLst>
          </p:cNvPr>
          <p:cNvCxnSpPr>
            <a:cxnSpLocks/>
          </p:cNvCxnSpPr>
          <p:nvPr/>
        </p:nvCxnSpPr>
        <p:spPr>
          <a:xfrm flipH="1" flipV="1">
            <a:off x="6305963" y="1403741"/>
            <a:ext cx="347734" cy="230356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5F6E54FC-FA36-9137-5CB3-0073A9A557BD}"/>
              </a:ext>
            </a:extLst>
          </p:cNvPr>
          <p:cNvCxnSpPr>
            <a:cxnSpLocks/>
          </p:cNvCxnSpPr>
          <p:nvPr/>
        </p:nvCxnSpPr>
        <p:spPr>
          <a:xfrm flipH="1" flipV="1">
            <a:off x="6301121" y="1438778"/>
            <a:ext cx="346835" cy="230389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0C1126CF-3C28-8F86-C224-B9EAE7E3CA40}"/>
              </a:ext>
            </a:extLst>
          </p:cNvPr>
          <p:cNvCxnSpPr>
            <a:cxnSpLocks/>
            <a:endCxn id="95" idx="3"/>
          </p:cNvCxnSpPr>
          <p:nvPr/>
        </p:nvCxnSpPr>
        <p:spPr>
          <a:xfrm flipH="1">
            <a:off x="6308145" y="1702227"/>
            <a:ext cx="339811" cy="129835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CA2AF27C-5715-763E-6228-E8A6DA234D19}"/>
              </a:ext>
            </a:extLst>
          </p:cNvPr>
          <p:cNvCxnSpPr>
            <a:cxnSpLocks/>
          </p:cNvCxnSpPr>
          <p:nvPr/>
        </p:nvCxnSpPr>
        <p:spPr>
          <a:xfrm flipH="1">
            <a:off x="6303542" y="1720150"/>
            <a:ext cx="371616" cy="144913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4D80CE91-1532-2A12-07F0-258A19E73074}"/>
              </a:ext>
            </a:extLst>
          </p:cNvPr>
          <p:cNvCxnSpPr>
            <a:cxnSpLocks/>
            <a:stCxn id="122" idx="2"/>
          </p:cNvCxnSpPr>
          <p:nvPr/>
        </p:nvCxnSpPr>
        <p:spPr>
          <a:xfrm flipH="1" flipV="1">
            <a:off x="6659578" y="1683959"/>
            <a:ext cx="316900" cy="61570"/>
          </a:xfrm>
          <a:prstGeom prst="line">
            <a:avLst/>
          </a:prstGeom>
          <a:noFill/>
          <a:ln w="9525" cap="flat" cmpd="sng" algn="ctr">
            <a:solidFill>
              <a:srgbClr val="005B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406A706-EF40-F9D5-3DF8-C14DA92CE466}"/>
              </a:ext>
            </a:extLst>
          </p:cNvPr>
          <p:cNvCxnSpPr>
            <a:cxnSpLocks/>
            <a:stCxn id="123" idx="2"/>
          </p:cNvCxnSpPr>
          <p:nvPr/>
        </p:nvCxnSpPr>
        <p:spPr>
          <a:xfrm flipH="1">
            <a:off x="6658300" y="1588212"/>
            <a:ext cx="318178" cy="88318"/>
          </a:xfrm>
          <a:prstGeom prst="line">
            <a:avLst/>
          </a:prstGeom>
          <a:noFill/>
          <a:ln w="9525" cap="flat" cmpd="sng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5" name="Ellipse 104">
            <a:extLst>
              <a:ext uri="{FF2B5EF4-FFF2-40B4-BE49-F238E27FC236}">
                <a16:creationId xmlns:a16="http://schemas.microsoft.com/office/drawing/2014/main" id="{08327917-2E79-D738-777F-BE48216FD200}"/>
              </a:ext>
            </a:extLst>
          </p:cNvPr>
          <p:cNvSpPr/>
          <p:nvPr/>
        </p:nvSpPr>
        <p:spPr>
          <a:xfrm>
            <a:off x="6535289" y="1569770"/>
            <a:ext cx="329421" cy="26484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E7DCEC97-90EE-C405-0505-DBEC057AA608}"/>
              </a:ext>
            </a:extLst>
          </p:cNvPr>
          <p:cNvSpPr txBox="1"/>
          <p:nvPr/>
        </p:nvSpPr>
        <p:spPr>
          <a:xfrm rot="16200000">
            <a:off x="1989922" y="2157506"/>
            <a:ext cx="4819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losses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26363D4F-5D12-C343-4BE8-ACFF5FE04695}"/>
              </a:ext>
            </a:extLst>
          </p:cNvPr>
          <p:cNvSpPr txBox="1"/>
          <p:nvPr/>
        </p:nvSpPr>
        <p:spPr>
          <a:xfrm rot="16200000">
            <a:off x="6527742" y="2008995"/>
            <a:ext cx="4846095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>
              <a:spcAft>
                <a:spcPts val="600"/>
              </a:spcAft>
            </a:pP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24584349-F2FD-CD37-A77E-DFED49C2ABDC}"/>
              </a:ext>
            </a:extLst>
          </p:cNvPr>
          <p:cNvSpPr txBox="1"/>
          <p:nvPr/>
        </p:nvSpPr>
        <p:spPr>
          <a:xfrm>
            <a:off x="356494" y="3811586"/>
            <a:ext cx="3404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losses,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3" name="Gruppieren 152">
            <a:extLst>
              <a:ext uri="{FF2B5EF4-FFF2-40B4-BE49-F238E27FC236}">
                <a16:creationId xmlns:a16="http://schemas.microsoft.com/office/drawing/2014/main" id="{E56A3CC6-17F1-93EE-D00F-33AE01D5A6C0}"/>
              </a:ext>
            </a:extLst>
          </p:cNvPr>
          <p:cNvGrpSpPr/>
          <p:nvPr/>
        </p:nvGrpSpPr>
        <p:grpSpPr>
          <a:xfrm>
            <a:off x="9382239" y="1224998"/>
            <a:ext cx="2692978" cy="2398603"/>
            <a:chOff x="9360466" y="-1285393"/>
            <a:chExt cx="3327587" cy="3999013"/>
          </a:xfrm>
        </p:grpSpPr>
        <p:grpSp>
          <p:nvGrpSpPr>
            <p:cNvPr id="154" name="Gruppieren 153">
              <a:extLst>
                <a:ext uri="{FF2B5EF4-FFF2-40B4-BE49-F238E27FC236}">
                  <a16:creationId xmlns:a16="http://schemas.microsoft.com/office/drawing/2014/main" id="{263DC078-659C-C674-50BD-8D769DADE87A}"/>
                </a:ext>
              </a:extLst>
            </p:cNvPr>
            <p:cNvGrpSpPr/>
            <p:nvPr/>
          </p:nvGrpSpPr>
          <p:grpSpPr>
            <a:xfrm rot="2428809">
              <a:off x="10670943" y="1544148"/>
              <a:ext cx="247875" cy="44728"/>
              <a:chOff x="11853452" y="1493182"/>
              <a:chExt cx="316409" cy="35121"/>
            </a:xfrm>
          </p:grpSpPr>
          <p:cxnSp>
            <p:nvCxnSpPr>
              <p:cNvPr id="256" name="Gerader Verbinder 255">
                <a:extLst>
                  <a:ext uri="{FF2B5EF4-FFF2-40B4-BE49-F238E27FC236}">
                    <a16:creationId xmlns:a16="http://schemas.microsoft.com/office/drawing/2014/main" id="{6305168B-8F0B-5E96-16BD-EC427BA36486}"/>
                  </a:ext>
                </a:extLst>
              </p:cNvPr>
              <p:cNvCxnSpPr>
                <a:cxnSpLocks/>
              </p:cNvCxnSpPr>
              <p:nvPr/>
            </p:nvCxnSpPr>
            <p:spPr>
              <a:xfrm rot="19171191" flipH="1" flipV="1">
                <a:off x="11853452" y="1493182"/>
                <a:ext cx="277475" cy="8849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7" name="Gerader Verbinder 256">
                <a:extLst>
                  <a:ext uri="{FF2B5EF4-FFF2-40B4-BE49-F238E27FC236}">
                    <a16:creationId xmlns:a16="http://schemas.microsoft.com/office/drawing/2014/main" id="{0D113A35-D139-D215-47CE-743C1F503FB2}"/>
                  </a:ext>
                </a:extLst>
              </p:cNvPr>
              <p:cNvCxnSpPr>
                <a:cxnSpLocks/>
              </p:cNvCxnSpPr>
              <p:nvPr/>
            </p:nvCxnSpPr>
            <p:spPr>
              <a:xfrm rot="19171191" flipH="1" flipV="1">
                <a:off x="11902195" y="1527857"/>
                <a:ext cx="267666" cy="446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5" name="Gruppieren 154">
              <a:extLst>
                <a:ext uri="{FF2B5EF4-FFF2-40B4-BE49-F238E27FC236}">
                  <a16:creationId xmlns:a16="http://schemas.microsoft.com/office/drawing/2014/main" id="{9D6BA2C5-8A99-2601-5444-47CB4145289E}"/>
                </a:ext>
              </a:extLst>
            </p:cNvPr>
            <p:cNvGrpSpPr/>
            <p:nvPr/>
          </p:nvGrpSpPr>
          <p:grpSpPr>
            <a:xfrm rot="2226036">
              <a:off x="9395713" y="1949115"/>
              <a:ext cx="1175526" cy="719040"/>
              <a:chOff x="11667674" y="1275974"/>
              <a:chExt cx="425869" cy="576527"/>
            </a:xfrm>
          </p:grpSpPr>
          <p:cxnSp>
            <p:nvCxnSpPr>
              <p:cNvPr id="254" name="Gerader Verbinder 253">
                <a:extLst>
                  <a:ext uri="{FF2B5EF4-FFF2-40B4-BE49-F238E27FC236}">
                    <a16:creationId xmlns:a16="http://schemas.microsoft.com/office/drawing/2014/main" id="{71FEBDFF-5D5B-BCF3-D505-F01A7D1559EE}"/>
                  </a:ext>
                </a:extLst>
              </p:cNvPr>
              <p:cNvCxnSpPr>
                <a:cxnSpLocks/>
                <a:stCxn id="191" idx="1"/>
              </p:cNvCxnSpPr>
              <p:nvPr/>
            </p:nvCxnSpPr>
            <p:spPr>
              <a:xfrm rot="19373964" flipH="1" flipV="1">
                <a:off x="11671599" y="1275974"/>
                <a:ext cx="391322" cy="505093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5" name="Gerader Verbinder 254">
                <a:extLst>
                  <a:ext uri="{FF2B5EF4-FFF2-40B4-BE49-F238E27FC236}">
                    <a16:creationId xmlns:a16="http://schemas.microsoft.com/office/drawing/2014/main" id="{58A14F0A-EC0C-64AC-D174-376830905ABB}"/>
                  </a:ext>
                </a:extLst>
              </p:cNvPr>
              <p:cNvCxnSpPr>
                <a:cxnSpLocks/>
              </p:cNvCxnSpPr>
              <p:nvPr/>
            </p:nvCxnSpPr>
            <p:spPr>
              <a:xfrm rot="19373964" flipH="1" flipV="1">
                <a:off x="11667674" y="1295381"/>
                <a:ext cx="425869" cy="557120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6" name="Gruppieren 155">
              <a:extLst>
                <a:ext uri="{FF2B5EF4-FFF2-40B4-BE49-F238E27FC236}">
                  <a16:creationId xmlns:a16="http://schemas.microsoft.com/office/drawing/2014/main" id="{CBFB3613-B162-C1C8-A2E3-81328A523087}"/>
                </a:ext>
              </a:extLst>
            </p:cNvPr>
            <p:cNvGrpSpPr/>
            <p:nvPr/>
          </p:nvGrpSpPr>
          <p:grpSpPr>
            <a:xfrm rot="20245690">
              <a:off x="10478293" y="2060705"/>
              <a:ext cx="538168" cy="480817"/>
              <a:chOff x="11650725" y="1445569"/>
              <a:chExt cx="487334" cy="265607"/>
            </a:xfrm>
          </p:grpSpPr>
          <p:cxnSp>
            <p:nvCxnSpPr>
              <p:cNvPr id="252" name="Gerader Verbinder 251">
                <a:extLst>
                  <a:ext uri="{FF2B5EF4-FFF2-40B4-BE49-F238E27FC236}">
                    <a16:creationId xmlns:a16="http://schemas.microsoft.com/office/drawing/2014/main" id="{06ACA7ED-BF70-26E9-76BF-80137B13D4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3" name="Gerader Verbinder 252">
                <a:extLst>
                  <a:ext uri="{FF2B5EF4-FFF2-40B4-BE49-F238E27FC236}">
                    <a16:creationId xmlns:a16="http://schemas.microsoft.com/office/drawing/2014/main" id="{A596D30E-4602-FFC3-7CAF-36938E9A64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7" name="Gruppieren 156">
              <a:extLst>
                <a:ext uri="{FF2B5EF4-FFF2-40B4-BE49-F238E27FC236}">
                  <a16:creationId xmlns:a16="http://schemas.microsoft.com/office/drawing/2014/main" id="{46B8C476-2AA8-C7C8-0E2A-911BDD405F02}"/>
                </a:ext>
              </a:extLst>
            </p:cNvPr>
            <p:cNvGrpSpPr/>
            <p:nvPr/>
          </p:nvGrpSpPr>
          <p:grpSpPr>
            <a:xfrm rot="15187003">
              <a:off x="10883867" y="1958921"/>
              <a:ext cx="538168" cy="480817"/>
              <a:chOff x="11650725" y="1445569"/>
              <a:chExt cx="487334" cy="265607"/>
            </a:xfrm>
          </p:grpSpPr>
          <p:cxnSp>
            <p:nvCxnSpPr>
              <p:cNvPr id="250" name="Gerader Verbinder 249">
                <a:extLst>
                  <a:ext uri="{FF2B5EF4-FFF2-40B4-BE49-F238E27FC236}">
                    <a16:creationId xmlns:a16="http://schemas.microsoft.com/office/drawing/2014/main" id="{FF9E6020-7CB8-D4AE-8C25-62612832CD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1" name="Gerader Verbinder 250">
                <a:extLst>
                  <a:ext uri="{FF2B5EF4-FFF2-40B4-BE49-F238E27FC236}">
                    <a16:creationId xmlns:a16="http://schemas.microsoft.com/office/drawing/2014/main" id="{52A6CF07-EE92-3FF4-A1B1-ACC396AC88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8" name="Gruppieren 157">
              <a:extLst>
                <a:ext uri="{FF2B5EF4-FFF2-40B4-BE49-F238E27FC236}">
                  <a16:creationId xmlns:a16="http://schemas.microsoft.com/office/drawing/2014/main" id="{C3C16535-54F3-5193-12AA-7A950258FB7B}"/>
                </a:ext>
              </a:extLst>
            </p:cNvPr>
            <p:cNvGrpSpPr/>
            <p:nvPr/>
          </p:nvGrpSpPr>
          <p:grpSpPr>
            <a:xfrm rot="18481909">
              <a:off x="10721354" y="1663204"/>
              <a:ext cx="381779" cy="338265"/>
              <a:chOff x="11650725" y="1445569"/>
              <a:chExt cx="487334" cy="265607"/>
            </a:xfrm>
          </p:grpSpPr>
          <p:cxnSp>
            <p:nvCxnSpPr>
              <p:cNvPr id="248" name="Gerader Verbinder 247">
                <a:extLst>
                  <a:ext uri="{FF2B5EF4-FFF2-40B4-BE49-F238E27FC236}">
                    <a16:creationId xmlns:a16="http://schemas.microsoft.com/office/drawing/2014/main" id="{465F8361-79A1-AD36-4A54-1C7B4CDAEC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9" name="Gerader Verbinder 248">
                <a:extLst>
                  <a:ext uri="{FF2B5EF4-FFF2-40B4-BE49-F238E27FC236}">
                    <a16:creationId xmlns:a16="http://schemas.microsoft.com/office/drawing/2014/main" id="{669557F6-B95A-EC6E-36A1-CA42C7D726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9" name="Gruppieren 158">
              <a:extLst>
                <a:ext uri="{FF2B5EF4-FFF2-40B4-BE49-F238E27FC236}">
                  <a16:creationId xmlns:a16="http://schemas.microsoft.com/office/drawing/2014/main" id="{1F319ADD-44F9-E049-3F1F-39586AC141C4}"/>
                </a:ext>
              </a:extLst>
            </p:cNvPr>
            <p:cNvGrpSpPr/>
            <p:nvPr/>
          </p:nvGrpSpPr>
          <p:grpSpPr>
            <a:xfrm rot="12712320">
              <a:off x="10918514" y="1464713"/>
              <a:ext cx="821764" cy="338265"/>
              <a:chOff x="11650725" y="1445569"/>
              <a:chExt cx="487334" cy="265607"/>
            </a:xfrm>
          </p:grpSpPr>
          <p:cxnSp>
            <p:nvCxnSpPr>
              <p:cNvPr id="246" name="Gerader Verbinder 245">
                <a:extLst>
                  <a:ext uri="{FF2B5EF4-FFF2-40B4-BE49-F238E27FC236}">
                    <a16:creationId xmlns:a16="http://schemas.microsoft.com/office/drawing/2014/main" id="{0BC54F7B-689E-1D06-ED65-B318ACA439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7" name="Gerader Verbinder 246">
                <a:extLst>
                  <a:ext uri="{FF2B5EF4-FFF2-40B4-BE49-F238E27FC236}">
                    <a16:creationId xmlns:a16="http://schemas.microsoft.com/office/drawing/2014/main" id="{D1061C82-F23B-7EBA-8EB0-71997074F9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80366C57-DD59-31F1-1297-8BBE6BF1CC39}"/>
                </a:ext>
              </a:extLst>
            </p:cNvPr>
            <p:cNvGrpSpPr/>
            <p:nvPr/>
          </p:nvGrpSpPr>
          <p:grpSpPr>
            <a:xfrm rot="9248495">
              <a:off x="11580408" y="1366483"/>
              <a:ext cx="559887" cy="338265"/>
              <a:chOff x="11650725" y="1445569"/>
              <a:chExt cx="487334" cy="265607"/>
            </a:xfrm>
          </p:grpSpPr>
          <p:cxnSp>
            <p:nvCxnSpPr>
              <p:cNvPr id="244" name="Gerader Verbinder 243">
                <a:extLst>
                  <a:ext uri="{FF2B5EF4-FFF2-40B4-BE49-F238E27FC236}">
                    <a16:creationId xmlns:a16="http://schemas.microsoft.com/office/drawing/2014/main" id="{4B380C0A-72DE-6B49-8A5E-B4CE47E036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5" name="Gerader Verbinder 244">
                <a:extLst>
                  <a:ext uri="{FF2B5EF4-FFF2-40B4-BE49-F238E27FC236}">
                    <a16:creationId xmlns:a16="http://schemas.microsoft.com/office/drawing/2014/main" id="{2FE2377B-EEA4-2744-402F-7336B9540A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1" name="Gruppieren 160">
              <a:extLst>
                <a:ext uri="{FF2B5EF4-FFF2-40B4-BE49-F238E27FC236}">
                  <a16:creationId xmlns:a16="http://schemas.microsoft.com/office/drawing/2014/main" id="{A6D5AE46-CEB7-ABA3-F6E8-3CE43E3DC01F}"/>
                </a:ext>
              </a:extLst>
            </p:cNvPr>
            <p:cNvGrpSpPr/>
            <p:nvPr/>
          </p:nvGrpSpPr>
          <p:grpSpPr>
            <a:xfrm rot="3507470">
              <a:off x="11458548" y="810779"/>
              <a:ext cx="612753" cy="506229"/>
              <a:chOff x="11650725" y="1341559"/>
              <a:chExt cx="487334" cy="397493"/>
            </a:xfrm>
          </p:grpSpPr>
          <p:cxnSp>
            <p:nvCxnSpPr>
              <p:cNvPr id="242" name="Gerader Verbinder 241">
                <a:extLst>
                  <a:ext uri="{FF2B5EF4-FFF2-40B4-BE49-F238E27FC236}">
                    <a16:creationId xmlns:a16="http://schemas.microsoft.com/office/drawing/2014/main" id="{8A40581B-990A-C18D-21CE-86E75913C47B}"/>
                  </a:ext>
                </a:extLst>
              </p:cNvPr>
              <p:cNvCxnSpPr>
                <a:cxnSpLocks/>
                <a:stCxn id="186" idx="0"/>
              </p:cNvCxnSpPr>
              <p:nvPr/>
            </p:nvCxnSpPr>
            <p:spPr>
              <a:xfrm rot="18092530" flipH="1" flipV="1">
                <a:off x="11700354" y="1412178"/>
                <a:ext cx="397493" cy="256255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3" name="Gerader Verbinder 242">
                <a:extLst>
                  <a:ext uri="{FF2B5EF4-FFF2-40B4-BE49-F238E27FC236}">
                    <a16:creationId xmlns:a16="http://schemas.microsoft.com/office/drawing/2014/main" id="{D6BA17A8-E20B-43D0-CCF9-580FB00F60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2" name="Gruppieren 161">
              <a:extLst>
                <a:ext uri="{FF2B5EF4-FFF2-40B4-BE49-F238E27FC236}">
                  <a16:creationId xmlns:a16="http://schemas.microsoft.com/office/drawing/2014/main" id="{95004266-8A5C-5BA3-4981-0FE286D2CD1A}"/>
                </a:ext>
              </a:extLst>
            </p:cNvPr>
            <p:cNvGrpSpPr/>
            <p:nvPr/>
          </p:nvGrpSpPr>
          <p:grpSpPr>
            <a:xfrm rot="9022997">
              <a:off x="9490468" y="283524"/>
              <a:ext cx="484527" cy="338265"/>
              <a:chOff x="11650725" y="1445569"/>
              <a:chExt cx="487334" cy="265607"/>
            </a:xfrm>
          </p:grpSpPr>
          <p:cxnSp>
            <p:nvCxnSpPr>
              <p:cNvPr id="240" name="Gerader Verbinder 239">
                <a:extLst>
                  <a:ext uri="{FF2B5EF4-FFF2-40B4-BE49-F238E27FC236}">
                    <a16:creationId xmlns:a16="http://schemas.microsoft.com/office/drawing/2014/main" id="{B5190A79-32AF-E90D-C8CF-E7F4CB1D14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1" name="Gerader Verbinder 240">
                <a:extLst>
                  <a:ext uri="{FF2B5EF4-FFF2-40B4-BE49-F238E27FC236}">
                    <a16:creationId xmlns:a16="http://schemas.microsoft.com/office/drawing/2014/main" id="{5039649B-D3BF-71F7-8FBB-07BEFBD6A0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3" name="Gruppieren 162">
              <a:extLst>
                <a:ext uri="{FF2B5EF4-FFF2-40B4-BE49-F238E27FC236}">
                  <a16:creationId xmlns:a16="http://schemas.microsoft.com/office/drawing/2014/main" id="{274A7F2D-A471-1991-2408-3FFF276C4194}"/>
                </a:ext>
              </a:extLst>
            </p:cNvPr>
            <p:cNvGrpSpPr/>
            <p:nvPr/>
          </p:nvGrpSpPr>
          <p:grpSpPr>
            <a:xfrm rot="1131103">
              <a:off x="9565725" y="612413"/>
              <a:ext cx="809482" cy="75038"/>
              <a:chOff x="11633867" y="1506303"/>
              <a:chExt cx="439569" cy="58920"/>
            </a:xfrm>
          </p:grpSpPr>
          <p:cxnSp>
            <p:nvCxnSpPr>
              <p:cNvPr id="238" name="Gerader Verbinder 237">
                <a:extLst>
                  <a:ext uri="{FF2B5EF4-FFF2-40B4-BE49-F238E27FC236}">
                    <a16:creationId xmlns:a16="http://schemas.microsoft.com/office/drawing/2014/main" id="{FA443005-FF91-259D-4E1E-6978C3D8504A}"/>
                  </a:ext>
                </a:extLst>
              </p:cNvPr>
              <p:cNvCxnSpPr>
                <a:cxnSpLocks/>
                <a:stCxn id="183" idx="1"/>
              </p:cNvCxnSpPr>
              <p:nvPr/>
            </p:nvCxnSpPr>
            <p:spPr>
              <a:xfrm rot="20468897" flipH="1" flipV="1">
                <a:off x="11640012" y="1506303"/>
                <a:ext cx="433424" cy="6289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9" name="Gerader Verbinder 238">
                <a:extLst>
                  <a:ext uri="{FF2B5EF4-FFF2-40B4-BE49-F238E27FC236}">
                    <a16:creationId xmlns:a16="http://schemas.microsoft.com/office/drawing/2014/main" id="{F4CF4E80-5667-59D8-8687-9260CA3BB182}"/>
                  </a:ext>
                </a:extLst>
              </p:cNvPr>
              <p:cNvCxnSpPr>
                <a:cxnSpLocks/>
                <a:stCxn id="183" idx="2"/>
              </p:cNvCxnSpPr>
              <p:nvPr/>
            </p:nvCxnSpPr>
            <p:spPr>
              <a:xfrm rot="20468897" flipH="1" flipV="1">
                <a:off x="11633867" y="1560352"/>
                <a:ext cx="432812" cy="48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089402C2-FB0D-8601-22BB-3B57432F1CDE}"/>
                </a:ext>
              </a:extLst>
            </p:cNvPr>
            <p:cNvGrpSpPr/>
            <p:nvPr/>
          </p:nvGrpSpPr>
          <p:grpSpPr>
            <a:xfrm rot="1572010">
              <a:off x="10433568" y="661574"/>
              <a:ext cx="1066992" cy="338265"/>
              <a:chOff x="11650725" y="1445569"/>
              <a:chExt cx="487334" cy="265607"/>
            </a:xfrm>
          </p:grpSpPr>
          <p:cxnSp>
            <p:nvCxnSpPr>
              <p:cNvPr id="236" name="Gerader Verbinder 235">
                <a:extLst>
                  <a:ext uri="{FF2B5EF4-FFF2-40B4-BE49-F238E27FC236}">
                    <a16:creationId xmlns:a16="http://schemas.microsoft.com/office/drawing/2014/main" id="{A047EFF5-61F0-CA1D-F065-A5507FD0B6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7" name="Gerader Verbinder 236">
                <a:extLst>
                  <a:ext uri="{FF2B5EF4-FFF2-40B4-BE49-F238E27FC236}">
                    <a16:creationId xmlns:a16="http://schemas.microsoft.com/office/drawing/2014/main" id="{7D9CB4AD-D935-9BC8-1B26-E799BF9820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5" name="Gruppieren 164">
              <a:extLst>
                <a:ext uri="{FF2B5EF4-FFF2-40B4-BE49-F238E27FC236}">
                  <a16:creationId xmlns:a16="http://schemas.microsoft.com/office/drawing/2014/main" id="{B3B377A2-C9D9-9464-F71F-931C71733090}"/>
                </a:ext>
              </a:extLst>
            </p:cNvPr>
            <p:cNvGrpSpPr/>
            <p:nvPr/>
          </p:nvGrpSpPr>
          <p:grpSpPr>
            <a:xfrm rot="19675666">
              <a:off x="11280666" y="410662"/>
              <a:ext cx="749465" cy="338265"/>
              <a:chOff x="11650725" y="1445569"/>
              <a:chExt cx="487334" cy="265607"/>
            </a:xfrm>
          </p:grpSpPr>
          <p:cxnSp>
            <p:nvCxnSpPr>
              <p:cNvPr id="234" name="Gerader Verbinder 233">
                <a:extLst>
                  <a:ext uri="{FF2B5EF4-FFF2-40B4-BE49-F238E27FC236}">
                    <a16:creationId xmlns:a16="http://schemas.microsoft.com/office/drawing/2014/main" id="{C2D61521-8397-99CA-BC90-094631E458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5" name="Gerader Verbinder 234">
                <a:extLst>
                  <a:ext uri="{FF2B5EF4-FFF2-40B4-BE49-F238E27FC236}">
                    <a16:creationId xmlns:a16="http://schemas.microsoft.com/office/drawing/2014/main" id="{A47AF688-B7E1-DDBA-7F4C-BC72111EFA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6" name="Gruppieren 165">
              <a:extLst>
                <a:ext uri="{FF2B5EF4-FFF2-40B4-BE49-F238E27FC236}">
                  <a16:creationId xmlns:a16="http://schemas.microsoft.com/office/drawing/2014/main" id="{4D5C4812-1288-27F1-13B1-C1DBD2FB3F17}"/>
                </a:ext>
              </a:extLst>
            </p:cNvPr>
            <p:cNvGrpSpPr/>
            <p:nvPr/>
          </p:nvGrpSpPr>
          <p:grpSpPr>
            <a:xfrm rot="17870261">
              <a:off x="11517213" y="-273380"/>
              <a:ext cx="749465" cy="338265"/>
              <a:chOff x="11650725" y="1445569"/>
              <a:chExt cx="487334" cy="265607"/>
            </a:xfrm>
          </p:grpSpPr>
          <p:cxnSp>
            <p:nvCxnSpPr>
              <p:cNvPr id="232" name="Gerader Verbinder 231">
                <a:extLst>
                  <a:ext uri="{FF2B5EF4-FFF2-40B4-BE49-F238E27FC236}">
                    <a16:creationId xmlns:a16="http://schemas.microsoft.com/office/drawing/2014/main" id="{B2D69BFD-BF09-0E6F-AFBB-488ED1F9EA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6762" y="1445569"/>
                <a:ext cx="445625" cy="211778"/>
              </a:xfrm>
              <a:prstGeom prst="line">
                <a:avLst/>
              </a:prstGeom>
              <a:noFill/>
              <a:ln w="9525" cap="flat" cmpd="sng" algn="ctr">
                <a:solidFill>
                  <a:srgbClr val="005B7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3" name="Gerader Verbinder 232">
                <a:extLst>
                  <a:ext uri="{FF2B5EF4-FFF2-40B4-BE49-F238E27FC236}">
                    <a16:creationId xmlns:a16="http://schemas.microsoft.com/office/drawing/2014/main" id="{504DB310-C700-4462-3073-3CAE80A700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0725" y="1474805"/>
                <a:ext cx="487334" cy="236371"/>
              </a:xfrm>
              <a:prstGeom prst="line">
                <a:avLst/>
              </a:prstGeom>
              <a:noFill/>
              <a:ln w="9525" cap="flat" cmpd="sng" algn="ctr">
                <a:solidFill>
                  <a:srgbClr val="C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67" name="Gruppieren 166">
              <a:extLst>
                <a:ext uri="{FF2B5EF4-FFF2-40B4-BE49-F238E27FC236}">
                  <a16:creationId xmlns:a16="http://schemas.microsoft.com/office/drawing/2014/main" id="{38286D56-2537-21E4-BB9D-3D7646BD866F}"/>
                </a:ext>
              </a:extLst>
            </p:cNvPr>
            <p:cNvGrpSpPr/>
            <p:nvPr/>
          </p:nvGrpSpPr>
          <p:grpSpPr>
            <a:xfrm>
              <a:off x="12330330" y="-862075"/>
              <a:ext cx="357723" cy="566574"/>
              <a:chOff x="2971800" y="1416050"/>
              <a:chExt cx="357723" cy="566574"/>
            </a:xfrm>
          </p:grpSpPr>
          <p:sp>
            <p:nvSpPr>
              <p:cNvPr id="225" name="Flussdiagramm: Magnetplattenspeicher 224">
                <a:extLst>
                  <a:ext uri="{FF2B5EF4-FFF2-40B4-BE49-F238E27FC236}">
                    <a16:creationId xmlns:a16="http://schemas.microsoft.com/office/drawing/2014/main" id="{D7051AC6-13D2-9D40-C2A1-74E5541DF8D1}"/>
                  </a:ext>
                </a:extLst>
              </p:cNvPr>
              <p:cNvSpPr/>
              <p:nvPr/>
            </p:nvSpPr>
            <p:spPr>
              <a:xfrm>
                <a:off x="2971800" y="1672655"/>
                <a:ext cx="357723" cy="309969"/>
              </a:xfrm>
              <a:prstGeom prst="flowChartMagneticDisk">
                <a:avLst/>
              </a:prstGeom>
              <a:gradFill>
                <a:gsLst>
                  <a:gs pos="30000">
                    <a:srgbClr val="FFFFFF"/>
                  </a:gs>
                  <a:gs pos="100000">
                    <a:srgbClr val="00779A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6" name="Flussdiagramm: Magnetplattenspeicher 225">
                <a:extLst>
                  <a:ext uri="{FF2B5EF4-FFF2-40B4-BE49-F238E27FC236}">
                    <a16:creationId xmlns:a16="http://schemas.microsoft.com/office/drawing/2014/main" id="{131F853B-52D0-918E-D687-B942D8D70567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309969"/>
              </a:xfrm>
              <a:prstGeom prst="flowChartMagneticDisk">
                <a:avLst/>
              </a:prstGeom>
              <a:gradFill>
                <a:gsLst>
                  <a:gs pos="13000">
                    <a:srgbClr val="C00000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7" name="Ellipse 226">
                <a:extLst>
                  <a:ext uri="{FF2B5EF4-FFF2-40B4-BE49-F238E27FC236}">
                    <a16:creationId xmlns:a16="http://schemas.microsoft.com/office/drawing/2014/main" id="{AF21F363-888F-D4B4-732D-A602F6C96FF7}"/>
                  </a:ext>
                </a:extLst>
              </p:cNvPr>
              <p:cNvSpPr/>
              <p:nvPr/>
            </p:nvSpPr>
            <p:spPr>
              <a:xfrm>
                <a:off x="2971800" y="1416050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28" name="Ellipse 227">
                <a:extLst>
                  <a:ext uri="{FF2B5EF4-FFF2-40B4-BE49-F238E27FC236}">
                    <a16:creationId xmlns:a16="http://schemas.microsoft.com/office/drawing/2014/main" id="{E159306F-FE9B-FC27-9AE0-11F2CE3D6CE0}"/>
                  </a:ext>
                </a:extLst>
              </p:cNvPr>
              <p:cNvSpPr/>
              <p:nvPr/>
            </p:nvSpPr>
            <p:spPr>
              <a:xfrm>
                <a:off x="2971800" y="1878853"/>
                <a:ext cx="357723" cy="95250"/>
              </a:xfrm>
              <a:prstGeom prst="ellips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29" name="Gerader Verbinder 228">
                <a:extLst>
                  <a:ext uri="{FF2B5EF4-FFF2-40B4-BE49-F238E27FC236}">
                    <a16:creationId xmlns:a16="http://schemas.microsoft.com/office/drawing/2014/main" id="{4CB0795B-C5E3-4CF3-60D9-AAEE86B3F945}"/>
                  </a:ext>
                </a:extLst>
              </p:cNvPr>
              <p:cNvCxnSpPr>
                <a:stCxn id="228" idx="2"/>
                <a:endCxn id="227" idx="2"/>
              </p:cNvCxnSpPr>
              <p:nvPr/>
            </p:nvCxnSpPr>
            <p:spPr>
              <a:xfrm flipV="1">
                <a:off x="2971800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0" name="Gerader Verbinder 229">
                <a:extLst>
                  <a:ext uri="{FF2B5EF4-FFF2-40B4-BE49-F238E27FC236}">
                    <a16:creationId xmlns:a16="http://schemas.microsoft.com/office/drawing/2014/main" id="{A470E070-07EB-6D09-BCF4-D972E41B973A}"/>
                  </a:ext>
                </a:extLst>
              </p:cNvPr>
              <p:cNvCxnSpPr>
                <a:cxnSpLocks/>
                <a:stCxn id="228" idx="6"/>
                <a:endCxn id="227" idx="6"/>
              </p:cNvCxnSpPr>
              <p:nvPr/>
            </p:nvCxnSpPr>
            <p:spPr>
              <a:xfrm flipV="1">
                <a:off x="3329523" y="1463675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1" name="Gerader Verbinder 230">
                <a:extLst>
                  <a:ext uri="{FF2B5EF4-FFF2-40B4-BE49-F238E27FC236}">
                    <a16:creationId xmlns:a16="http://schemas.microsoft.com/office/drawing/2014/main" id="{7DA20B19-CCBA-BE97-75A2-09685F90A9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5770" y="1481364"/>
                <a:ext cx="0" cy="462803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ysDash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68" name="Rechteck: abgerundete Ecken 167">
              <a:extLst>
                <a:ext uri="{FF2B5EF4-FFF2-40B4-BE49-F238E27FC236}">
                  <a16:creationId xmlns:a16="http://schemas.microsoft.com/office/drawing/2014/main" id="{5F8E6227-E4FD-B74D-71EE-1E6D170A3F16}"/>
                </a:ext>
              </a:extLst>
            </p:cNvPr>
            <p:cNvSpPr/>
            <p:nvPr/>
          </p:nvSpPr>
          <p:spPr>
            <a:xfrm>
              <a:off x="10855205" y="-115152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69" name="ee4p_icon_group">
              <a:extLst>
                <a:ext uri="{FF2B5EF4-FFF2-40B4-BE49-F238E27FC236}">
                  <a16:creationId xmlns:a16="http://schemas.microsoft.com/office/drawing/2014/main" id="{649106B4-9F11-89D0-2EF4-EE2985FC39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928882" y="-1207087"/>
              <a:ext cx="469068" cy="469067"/>
              <a:chOff x="4032000" y="2889085"/>
              <a:chExt cx="1080000" cy="1079999"/>
            </a:xfrm>
          </p:grpSpPr>
          <p:grpSp>
            <p:nvGrpSpPr>
              <p:cNvPr id="219" name="ee4p_icon_frame">
                <a:extLst>
                  <a:ext uri="{FF2B5EF4-FFF2-40B4-BE49-F238E27FC236}">
                    <a16:creationId xmlns:a16="http://schemas.microsoft.com/office/drawing/2014/main" id="{48FC379E-3769-77E9-994F-7247ACCFD0B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2000" y="2889085"/>
                <a:ext cx="1080000" cy="1079999"/>
                <a:chOff x="4737100" y="1701800"/>
                <a:chExt cx="1098550" cy="1098550"/>
              </a:xfrm>
              <a:solidFill>
                <a:srgbClr val="A6BBC8"/>
              </a:solidFill>
            </p:grpSpPr>
            <p:cxnSp>
              <p:nvCxnSpPr>
                <p:cNvPr id="221" name="ee4p_icon_frame_top">
                  <a:extLst>
                    <a:ext uri="{FF2B5EF4-FFF2-40B4-BE49-F238E27FC236}">
                      <a16:creationId xmlns:a16="http://schemas.microsoft.com/office/drawing/2014/main" id="{1C435ACC-C060-45AC-5AD9-07B227C622B7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22" name="ee4p_icon_frame_bottom">
                  <a:extLst>
                    <a:ext uri="{FF2B5EF4-FFF2-40B4-BE49-F238E27FC236}">
                      <a16:creationId xmlns:a16="http://schemas.microsoft.com/office/drawing/2014/main" id="{161E08A3-BF42-E6A5-1C0F-308605B72CA4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23" name="ee4p_icon_frame_left">
                  <a:extLst>
                    <a:ext uri="{FF2B5EF4-FFF2-40B4-BE49-F238E27FC236}">
                      <a16:creationId xmlns:a16="http://schemas.microsoft.com/office/drawing/2014/main" id="{A60EE689-2655-CCC1-2FE4-F391C60156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24" name="ee4p_icon_frame_right">
                  <a:extLst>
                    <a:ext uri="{FF2B5EF4-FFF2-40B4-BE49-F238E27FC236}">
                      <a16:creationId xmlns:a16="http://schemas.microsoft.com/office/drawing/2014/main" id="{BE8AADC6-8588-8148-3AA6-E3AD2213AA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220" name="ee4p_icon">
                <a:extLst>
                  <a:ext uri="{FF2B5EF4-FFF2-40B4-BE49-F238E27FC236}">
                    <a16:creationId xmlns:a16="http://schemas.microsoft.com/office/drawing/2014/main" id="{876E80E1-40DF-4E8E-3C62-77E14116DF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4203" y="3104455"/>
                <a:ext cx="1015593" cy="649257"/>
              </a:xfrm>
              <a:custGeom>
                <a:avLst/>
                <a:gdLst>
                  <a:gd name="connsiteX0" fmla="*/ 426754 w 1015593"/>
                  <a:gd name="connsiteY0" fmla="*/ 20320 h 649257"/>
                  <a:gd name="connsiteX1" fmla="*/ 270493 w 1015593"/>
                  <a:gd name="connsiteY1" fmla="*/ 20320 h 649257"/>
                  <a:gd name="connsiteX2" fmla="*/ 270493 w 1015593"/>
                  <a:gd name="connsiteY2" fmla="*/ 0 h 649257"/>
                  <a:gd name="connsiteX3" fmla="*/ 603301 w 1015593"/>
                  <a:gd name="connsiteY3" fmla="*/ 0 h 649257"/>
                  <a:gd name="connsiteX4" fmla="*/ 603301 w 1015593"/>
                  <a:gd name="connsiteY4" fmla="*/ 20320 h 649257"/>
                  <a:gd name="connsiteX5" fmla="*/ 447074 w 1015593"/>
                  <a:gd name="connsiteY5" fmla="*/ 20320 h 649257"/>
                  <a:gd name="connsiteX6" fmla="*/ 447074 w 1015593"/>
                  <a:gd name="connsiteY6" fmla="*/ 129608 h 649257"/>
                  <a:gd name="connsiteX7" fmla="*/ 504410 w 1015593"/>
                  <a:gd name="connsiteY7" fmla="*/ 129608 h 649257"/>
                  <a:gd name="connsiteX8" fmla="*/ 504410 w 1015593"/>
                  <a:gd name="connsiteY8" fmla="*/ 149928 h 649257"/>
                  <a:gd name="connsiteX9" fmla="*/ 369350 w 1015593"/>
                  <a:gd name="connsiteY9" fmla="*/ 149928 h 649257"/>
                  <a:gd name="connsiteX10" fmla="*/ 369350 w 1015593"/>
                  <a:gd name="connsiteY10" fmla="*/ 129608 h 649257"/>
                  <a:gd name="connsiteX11" fmla="*/ 426754 w 1015593"/>
                  <a:gd name="connsiteY11" fmla="*/ 129608 h 649257"/>
                  <a:gd name="connsiteX12" fmla="*/ 1005434 w 1015593"/>
                  <a:gd name="connsiteY12" fmla="*/ 200592 h 649257"/>
                  <a:gd name="connsiteX13" fmla="*/ 920970 w 1015593"/>
                  <a:gd name="connsiteY13" fmla="*/ 200592 h 649257"/>
                  <a:gd name="connsiteX14" fmla="*/ 911725 w 1015593"/>
                  <a:gd name="connsiteY14" fmla="*/ 206519 h 649257"/>
                  <a:gd name="connsiteX15" fmla="*/ 864311 w 1015593"/>
                  <a:gd name="connsiteY15" fmla="*/ 310049 h 649257"/>
                  <a:gd name="connsiteX16" fmla="*/ 775919 w 1015593"/>
                  <a:gd name="connsiteY16" fmla="*/ 310049 h 649257"/>
                  <a:gd name="connsiteX17" fmla="*/ 775919 w 1015593"/>
                  <a:gd name="connsiteY17" fmla="*/ 188299 h 649257"/>
                  <a:gd name="connsiteX18" fmla="*/ 765759 w 1015593"/>
                  <a:gd name="connsiteY18" fmla="*/ 178139 h 649257"/>
                  <a:gd name="connsiteX19" fmla="*/ 630902 w 1015593"/>
                  <a:gd name="connsiteY19" fmla="*/ 178139 h 649257"/>
                  <a:gd name="connsiteX20" fmla="*/ 581118 w 1015593"/>
                  <a:gd name="connsiteY20" fmla="*/ 78605 h 649257"/>
                  <a:gd name="connsiteX21" fmla="*/ 572143 w 1015593"/>
                  <a:gd name="connsiteY21" fmla="*/ 72983 h 649257"/>
                  <a:gd name="connsiteX22" fmla="*/ 488256 w 1015593"/>
                  <a:gd name="connsiteY22" fmla="*/ 72983 h 649257"/>
                  <a:gd name="connsiteX23" fmla="*/ 488256 w 1015593"/>
                  <a:gd name="connsiteY23" fmla="*/ 93303 h 649257"/>
                  <a:gd name="connsiteX24" fmla="*/ 565777 w 1015593"/>
                  <a:gd name="connsiteY24" fmla="*/ 93303 h 649257"/>
                  <a:gd name="connsiteX25" fmla="*/ 615527 w 1015593"/>
                  <a:gd name="connsiteY25" fmla="*/ 192837 h 649257"/>
                  <a:gd name="connsiteX26" fmla="*/ 624637 w 1015593"/>
                  <a:gd name="connsiteY26" fmla="*/ 198459 h 649257"/>
                  <a:gd name="connsiteX27" fmla="*/ 755599 w 1015593"/>
                  <a:gd name="connsiteY27" fmla="*/ 198459 h 649257"/>
                  <a:gd name="connsiteX28" fmla="*/ 755599 w 1015593"/>
                  <a:gd name="connsiteY28" fmla="*/ 320379 h 649257"/>
                  <a:gd name="connsiteX29" fmla="*/ 765759 w 1015593"/>
                  <a:gd name="connsiteY29" fmla="*/ 330539 h 649257"/>
                  <a:gd name="connsiteX30" fmla="*/ 870746 w 1015593"/>
                  <a:gd name="connsiteY30" fmla="*/ 330539 h 649257"/>
                  <a:gd name="connsiteX31" fmla="*/ 879958 w 1015593"/>
                  <a:gd name="connsiteY31" fmla="*/ 324612 h 649257"/>
                  <a:gd name="connsiteX32" fmla="*/ 927371 w 1015593"/>
                  <a:gd name="connsiteY32" fmla="*/ 221082 h 649257"/>
                  <a:gd name="connsiteX33" fmla="*/ 995104 w 1015593"/>
                  <a:gd name="connsiteY33" fmla="*/ 221082 h 649257"/>
                  <a:gd name="connsiteX34" fmla="*/ 995104 w 1015593"/>
                  <a:gd name="connsiteY34" fmla="*/ 557411 h 649257"/>
                  <a:gd name="connsiteX35" fmla="*/ 927371 w 1015593"/>
                  <a:gd name="connsiteY35" fmla="*/ 557411 h 649257"/>
                  <a:gd name="connsiteX36" fmla="*/ 879958 w 1015593"/>
                  <a:gd name="connsiteY36" fmla="*/ 453881 h 649257"/>
                  <a:gd name="connsiteX37" fmla="*/ 870746 w 1015593"/>
                  <a:gd name="connsiteY37" fmla="*/ 447954 h 649257"/>
                  <a:gd name="connsiteX38" fmla="*/ 765759 w 1015593"/>
                  <a:gd name="connsiteY38" fmla="*/ 447954 h 649257"/>
                  <a:gd name="connsiteX39" fmla="*/ 755599 w 1015593"/>
                  <a:gd name="connsiteY39" fmla="*/ 458114 h 649257"/>
                  <a:gd name="connsiteX40" fmla="*/ 755599 w 1015593"/>
                  <a:gd name="connsiteY40" fmla="*/ 628938 h 649257"/>
                  <a:gd name="connsiteX41" fmla="*/ 552399 w 1015593"/>
                  <a:gd name="connsiteY41" fmla="*/ 628938 h 649257"/>
                  <a:gd name="connsiteX42" fmla="*/ 552399 w 1015593"/>
                  <a:gd name="connsiteY42" fmla="*/ 649258 h 649257"/>
                  <a:gd name="connsiteX43" fmla="*/ 765759 w 1015593"/>
                  <a:gd name="connsiteY43" fmla="*/ 649258 h 649257"/>
                  <a:gd name="connsiteX44" fmla="*/ 775919 w 1015593"/>
                  <a:gd name="connsiteY44" fmla="*/ 639098 h 649257"/>
                  <a:gd name="connsiteX45" fmla="*/ 775919 w 1015593"/>
                  <a:gd name="connsiteY45" fmla="*/ 468105 h 649257"/>
                  <a:gd name="connsiteX46" fmla="*/ 864277 w 1015593"/>
                  <a:gd name="connsiteY46" fmla="*/ 468105 h 649257"/>
                  <a:gd name="connsiteX47" fmla="*/ 911691 w 1015593"/>
                  <a:gd name="connsiteY47" fmla="*/ 571636 h 649257"/>
                  <a:gd name="connsiteX48" fmla="*/ 920936 w 1015593"/>
                  <a:gd name="connsiteY48" fmla="*/ 577562 h 649257"/>
                  <a:gd name="connsiteX49" fmla="*/ 1005434 w 1015593"/>
                  <a:gd name="connsiteY49" fmla="*/ 577562 h 649257"/>
                  <a:gd name="connsiteX50" fmla="*/ 1015594 w 1015593"/>
                  <a:gd name="connsiteY50" fmla="*/ 567402 h 649257"/>
                  <a:gd name="connsiteX51" fmla="*/ 1015594 w 1015593"/>
                  <a:gd name="connsiteY51" fmla="*/ 210752 h 649257"/>
                  <a:gd name="connsiteX52" fmla="*/ 1005434 w 1015593"/>
                  <a:gd name="connsiteY52" fmla="*/ 200592 h 649257"/>
                  <a:gd name="connsiteX53" fmla="*/ 242621 w 1015593"/>
                  <a:gd name="connsiteY53" fmla="*/ 555955 h 649257"/>
                  <a:gd name="connsiteX54" fmla="*/ 237236 w 1015593"/>
                  <a:gd name="connsiteY54" fmla="*/ 554397 h 649257"/>
                  <a:gd name="connsiteX55" fmla="*/ 237236 w 1015593"/>
                  <a:gd name="connsiteY55" fmla="*/ 554397 h 649257"/>
                  <a:gd name="connsiteX56" fmla="*/ 103530 w 1015593"/>
                  <a:gd name="connsiteY56" fmla="*/ 554397 h 649257"/>
                  <a:gd name="connsiteX57" fmla="*/ 103530 w 1015593"/>
                  <a:gd name="connsiteY57" fmla="*/ 209398 h 649257"/>
                  <a:gd name="connsiteX58" fmla="*/ 237236 w 1015593"/>
                  <a:gd name="connsiteY58" fmla="*/ 209398 h 649257"/>
                  <a:gd name="connsiteX59" fmla="*/ 245872 w 1015593"/>
                  <a:gd name="connsiteY59" fmla="*/ 204589 h 649257"/>
                  <a:gd name="connsiteX60" fmla="*/ 314757 w 1015593"/>
                  <a:gd name="connsiteY60" fmla="*/ 93303 h 649257"/>
                  <a:gd name="connsiteX61" fmla="*/ 388044 w 1015593"/>
                  <a:gd name="connsiteY61" fmla="*/ 93303 h 649257"/>
                  <a:gd name="connsiteX62" fmla="*/ 388044 w 1015593"/>
                  <a:gd name="connsiteY62" fmla="*/ 72983 h 649257"/>
                  <a:gd name="connsiteX63" fmla="*/ 309169 w 1015593"/>
                  <a:gd name="connsiteY63" fmla="*/ 72983 h 649257"/>
                  <a:gd name="connsiteX64" fmla="*/ 300533 w 1015593"/>
                  <a:gd name="connsiteY64" fmla="*/ 77792 h 649257"/>
                  <a:gd name="connsiteX65" fmla="*/ 231546 w 1015593"/>
                  <a:gd name="connsiteY65" fmla="*/ 189078 h 649257"/>
                  <a:gd name="connsiteX66" fmla="*/ 93337 w 1015593"/>
                  <a:gd name="connsiteY66" fmla="*/ 189078 h 649257"/>
                  <a:gd name="connsiteX67" fmla="*/ 83177 w 1015593"/>
                  <a:gd name="connsiteY67" fmla="*/ 199238 h 649257"/>
                  <a:gd name="connsiteX68" fmla="*/ 83177 w 1015593"/>
                  <a:gd name="connsiteY68" fmla="*/ 386182 h 649257"/>
                  <a:gd name="connsiteX69" fmla="*/ 20320 w 1015593"/>
                  <a:gd name="connsiteY69" fmla="*/ 386182 h 649257"/>
                  <a:gd name="connsiteX70" fmla="*/ 20320 w 1015593"/>
                  <a:gd name="connsiteY70" fmla="*/ 169841 h 649257"/>
                  <a:gd name="connsiteX71" fmla="*/ 0 w 1015593"/>
                  <a:gd name="connsiteY71" fmla="*/ 169841 h 649257"/>
                  <a:gd name="connsiteX72" fmla="*/ 0 w 1015593"/>
                  <a:gd name="connsiteY72" fmla="*/ 608313 h 649257"/>
                  <a:gd name="connsiteX73" fmla="*/ 20320 w 1015593"/>
                  <a:gd name="connsiteY73" fmla="*/ 608313 h 649257"/>
                  <a:gd name="connsiteX74" fmla="*/ 20320 w 1015593"/>
                  <a:gd name="connsiteY74" fmla="*/ 406603 h 649257"/>
                  <a:gd name="connsiteX75" fmla="*/ 83177 w 1015593"/>
                  <a:gd name="connsiteY75" fmla="*/ 406603 h 649257"/>
                  <a:gd name="connsiteX76" fmla="*/ 83177 w 1015593"/>
                  <a:gd name="connsiteY76" fmla="*/ 564625 h 649257"/>
                  <a:gd name="connsiteX77" fmla="*/ 93337 w 1015593"/>
                  <a:gd name="connsiteY77" fmla="*/ 574785 h 649257"/>
                  <a:gd name="connsiteX78" fmla="*/ 93337 w 1015593"/>
                  <a:gd name="connsiteY78" fmla="*/ 574785 h 649257"/>
                  <a:gd name="connsiteX79" fmla="*/ 234323 w 1015593"/>
                  <a:gd name="connsiteY79" fmla="*/ 574785 h 649257"/>
                  <a:gd name="connsiteX80" fmla="*/ 350825 w 1015593"/>
                  <a:gd name="connsiteY80" fmla="*/ 647598 h 649257"/>
                  <a:gd name="connsiteX81" fmla="*/ 356210 w 1015593"/>
                  <a:gd name="connsiteY81" fmla="*/ 649156 h 649257"/>
                  <a:gd name="connsiteX82" fmla="*/ 472474 w 1015593"/>
                  <a:gd name="connsiteY82" fmla="*/ 649156 h 649257"/>
                  <a:gd name="connsiteX83" fmla="*/ 472474 w 1015593"/>
                  <a:gd name="connsiteY83" fmla="*/ 628836 h 649257"/>
                  <a:gd name="connsiteX84" fmla="*/ 359122 w 1015593"/>
                  <a:gd name="connsiteY84" fmla="*/ 628836 h 649257"/>
                  <a:gd name="connsiteX85" fmla="*/ 420285 w 1015593"/>
                  <a:gd name="connsiteY85" fmla="*/ 352213 h 649257"/>
                  <a:gd name="connsiteX86" fmla="*/ 344255 w 1015593"/>
                  <a:gd name="connsiteY86" fmla="*/ 428244 h 649257"/>
                  <a:gd name="connsiteX87" fmla="*/ 343848 w 1015593"/>
                  <a:gd name="connsiteY87" fmla="*/ 428244 h 649257"/>
                  <a:gd name="connsiteX88" fmla="*/ 268529 w 1015593"/>
                  <a:gd name="connsiteY88" fmla="*/ 352213 h 649257"/>
                  <a:gd name="connsiteX89" fmla="*/ 343848 w 1015593"/>
                  <a:gd name="connsiteY89" fmla="*/ 276149 h 649257"/>
                  <a:gd name="connsiteX90" fmla="*/ 344255 w 1015593"/>
                  <a:gd name="connsiteY90" fmla="*/ 276149 h 649257"/>
                  <a:gd name="connsiteX91" fmla="*/ 420285 w 1015593"/>
                  <a:gd name="connsiteY91" fmla="*/ 352213 h 649257"/>
                  <a:gd name="connsiteX92" fmla="*/ 399965 w 1015593"/>
                  <a:gd name="connsiteY92" fmla="*/ 352213 h 649257"/>
                  <a:gd name="connsiteX93" fmla="*/ 344424 w 1015593"/>
                  <a:gd name="connsiteY93" fmla="*/ 296469 h 649257"/>
                  <a:gd name="connsiteX94" fmla="*/ 288849 w 1015593"/>
                  <a:gd name="connsiteY94" fmla="*/ 352213 h 649257"/>
                  <a:gd name="connsiteX95" fmla="*/ 344424 w 1015593"/>
                  <a:gd name="connsiteY95" fmla="*/ 407924 h 649257"/>
                  <a:gd name="connsiteX96" fmla="*/ 399965 w 1015593"/>
                  <a:gd name="connsiteY96" fmla="*/ 352213 h 649257"/>
                  <a:gd name="connsiteX97" fmla="*/ 561983 w 1015593"/>
                  <a:gd name="connsiteY97" fmla="*/ 468613 h 649257"/>
                  <a:gd name="connsiteX98" fmla="*/ 607768 w 1015593"/>
                  <a:gd name="connsiteY98" fmla="*/ 421745 h 649257"/>
                  <a:gd name="connsiteX99" fmla="*/ 608279 w 1015593"/>
                  <a:gd name="connsiteY99" fmla="*/ 421742 h 649257"/>
                  <a:gd name="connsiteX100" fmla="*/ 608686 w 1015593"/>
                  <a:gd name="connsiteY100" fmla="*/ 421742 h 649257"/>
                  <a:gd name="connsiteX101" fmla="*/ 655557 w 1015593"/>
                  <a:gd name="connsiteY101" fmla="*/ 468613 h 649257"/>
                  <a:gd name="connsiteX102" fmla="*/ 608686 w 1015593"/>
                  <a:gd name="connsiteY102" fmla="*/ 515485 h 649257"/>
                  <a:gd name="connsiteX103" fmla="*/ 608279 w 1015593"/>
                  <a:gd name="connsiteY103" fmla="*/ 515485 h 649257"/>
                  <a:gd name="connsiteX104" fmla="*/ 561980 w 1015593"/>
                  <a:gd name="connsiteY104" fmla="*/ 469057 h 649257"/>
                  <a:gd name="connsiteX105" fmla="*/ 561983 w 1015593"/>
                  <a:gd name="connsiteY105" fmla="*/ 468613 h 649257"/>
                  <a:gd name="connsiteX106" fmla="*/ 582303 w 1015593"/>
                  <a:gd name="connsiteY106" fmla="*/ 468613 h 649257"/>
                  <a:gd name="connsiteX107" fmla="*/ 608889 w 1015593"/>
                  <a:gd name="connsiteY107" fmla="*/ 495165 h 649257"/>
                  <a:gd name="connsiteX108" fmla="*/ 635440 w 1015593"/>
                  <a:gd name="connsiteY108" fmla="*/ 468613 h 649257"/>
                  <a:gd name="connsiteX109" fmla="*/ 608889 w 1015593"/>
                  <a:gd name="connsiteY109" fmla="*/ 442062 h 649257"/>
                  <a:gd name="connsiteX110" fmla="*/ 582303 w 1015593"/>
                  <a:gd name="connsiteY110" fmla="*/ 468613 h 649257"/>
                  <a:gd name="connsiteX111" fmla="*/ 417576 w 1015593"/>
                  <a:gd name="connsiteY111" fmla="*/ 256811 h 649257"/>
                  <a:gd name="connsiteX112" fmla="*/ 642823 w 1015593"/>
                  <a:gd name="connsiteY112" fmla="*/ 385843 h 649257"/>
                  <a:gd name="connsiteX113" fmla="*/ 694470 w 1015593"/>
                  <a:gd name="connsiteY113" fmla="*/ 493979 h 649257"/>
                  <a:gd name="connsiteX114" fmla="*/ 609397 w 1015593"/>
                  <a:gd name="connsiteY114" fmla="*/ 558224 h 649257"/>
                  <a:gd name="connsiteX115" fmla="*/ 591346 w 1015593"/>
                  <a:gd name="connsiteY115" fmla="*/ 556633 h 649257"/>
                  <a:gd name="connsiteX116" fmla="*/ 573701 w 1015593"/>
                  <a:gd name="connsiteY116" fmla="*/ 551146 h 649257"/>
                  <a:gd name="connsiteX117" fmla="*/ 314994 w 1015593"/>
                  <a:gd name="connsiteY117" fmla="*/ 469053 h 649257"/>
                  <a:gd name="connsiteX118" fmla="*/ 229383 w 1015593"/>
                  <a:gd name="connsiteY118" fmla="*/ 321821 h 649257"/>
                  <a:gd name="connsiteX119" fmla="*/ 376614 w 1015593"/>
                  <a:gd name="connsiteY119" fmla="*/ 236210 h 649257"/>
                  <a:gd name="connsiteX120" fmla="*/ 388112 w 1015593"/>
                  <a:gd name="connsiteY120" fmla="*/ 239878 h 649257"/>
                  <a:gd name="connsiteX121" fmla="*/ 389196 w 1015593"/>
                  <a:gd name="connsiteY121" fmla="*/ 240318 h 649257"/>
                  <a:gd name="connsiteX122" fmla="*/ 417576 w 1015593"/>
                  <a:gd name="connsiteY122" fmla="*/ 256811 h 649257"/>
                  <a:gd name="connsiteX123" fmla="*/ 632020 w 1015593"/>
                  <a:gd name="connsiteY123" fmla="*/ 403081 h 649257"/>
                  <a:gd name="connsiteX124" fmla="*/ 406840 w 1015593"/>
                  <a:gd name="connsiteY124" fmla="*/ 274083 h 649257"/>
                  <a:gd name="connsiteX125" fmla="*/ 405655 w 1015593"/>
                  <a:gd name="connsiteY125" fmla="*/ 273304 h 649257"/>
                  <a:gd name="connsiteX126" fmla="*/ 381237 w 1015593"/>
                  <a:gd name="connsiteY126" fmla="*/ 259317 h 649257"/>
                  <a:gd name="connsiteX127" fmla="*/ 380932 w 1015593"/>
                  <a:gd name="connsiteY127" fmla="*/ 259317 h 649257"/>
                  <a:gd name="connsiteX128" fmla="*/ 250863 w 1015593"/>
                  <a:gd name="connsiteY128" fmla="*/ 316904 h 649257"/>
                  <a:gd name="connsiteX129" fmla="*/ 244111 w 1015593"/>
                  <a:gd name="connsiteY129" fmla="*/ 352315 h 649257"/>
                  <a:gd name="connsiteX130" fmla="*/ 307983 w 1015593"/>
                  <a:gd name="connsiteY130" fmla="*/ 445516 h 649257"/>
                  <a:gd name="connsiteX131" fmla="*/ 320243 w 1015593"/>
                  <a:gd name="connsiteY131" fmla="*/ 449411 h 649257"/>
                  <a:gd name="connsiteX132" fmla="*/ 320853 w 1015593"/>
                  <a:gd name="connsiteY132" fmla="*/ 449411 h 649257"/>
                  <a:gd name="connsiteX133" fmla="*/ 580238 w 1015593"/>
                  <a:gd name="connsiteY133" fmla="*/ 531673 h 649257"/>
                  <a:gd name="connsiteX134" fmla="*/ 581220 w 1015593"/>
                  <a:gd name="connsiteY134" fmla="*/ 532045 h 649257"/>
                  <a:gd name="connsiteX135" fmla="*/ 594936 w 1015593"/>
                  <a:gd name="connsiteY135" fmla="*/ 536414 h 649257"/>
                  <a:gd name="connsiteX136" fmla="*/ 674997 w 1015593"/>
                  <a:gd name="connsiteY136" fmla="*/ 487951 h 649257"/>
                  <a:gd name="connsiteX137" fmla="*/ 633984 w 1015593"/>
                  <a:gd name="connsiteY137" fmla="*/ 403826 h 649257"/>
                  <a:gd name="connsiteX138" fmla="*/ 632020 w 1015593"/>
                  <a:gd name="connsiteY138" fmla="*/ 402946 h 649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1015593" h="649257">
                    <a:moveTo>
                      <a:pt x="426754" y="20320"/>
                    </a:moveTo>
                    <a:lnTo>
                      <a:pt x="270493" y="20320"/>
                    </a:lnTo>
                    <a:lnTo>
                      <a:pt x="270493" y="0"/>
                    </a:lnTo>
                    <a:lnTo>
                      <a:pt x="603301" y="0"/>
                    </a:lnTo>
                    <a:lnTo>
                      <a:pt x="603301" y="20320"/>
                    </a:lnTo>
                    <a:lnTo>
                      <a:pt x="447074" y="20320"/>
                    </a:lnTo>
                    <a:lnTo>
                      <a:pt x="447074" y="129608"/>
                    </a:lnTo>
                    <a:lnTo>
                      <a:pt x="504410" y="129608"/>
                    </a:lnTo>
                    <a:lnTo>
                      <a:pt x="504410" y="149928"/>
                    </a:lnTo>
                    <a:lnTo>
                      <a:pt x="369350" y="149928"/>
                    </a:lnTo>
                    <a:lnTo>
                      <a:pt x="369350" y="129608"/>
                    </a:lnTo>
                    <a:lnTo>
                      <a:pt x="426754" y="129608"/>
                    </a:lnTo>
                    <a:close/>
                    <a:moveTo>
                      <a:pt x="1005434" y="200592"/>
                    </a:moveTo>
                    <a:lnTo>
                      <a:pt x="920970" y="200592"/>
                    </a:lnTo>
                    <a:cubicBezTo>
                      <a:pt x="916994" y="200589"/>
                      <a:pt x="913381" y="202905"/>
                      <a:pt x="911725" y="206519"/>
                    </a:cubicBezTo>
                    <a:lnTo>
                      <a:pt x="864311" y="310049"/>
                    </a:lnTo>
                    <a:lnTo>
                      <a:pt x="775919" y="310049"/>
                    </a:lnTo>
                    <a:lnTo>
                      <a:pt x="775919" y="188299"/>
                    </a:lnTo>
                    <a:cubicBezTo>
                      <a:pt x="775919" y="182687"/>
                      <a:pt x="771371" y="178139"/>
                      <a:pt x="765759" y="178139"/>
                    </a:cubicBezTo>
                    <a:lnTo>
                      <a:pt x="630902" y="178139"/>
                    </a:lnTo>
                    <a:lnTo>
                      <a:pt x="581118" y="78605"/>
                    </a:lnTo>
                    <a:cubicBezTo>
                      <a:pt x="579418" y="75196"/>
                      <a:pt x="575953" y="73026"/>
                      <a:pt x="572143" y="72983"/>
                    </a:cubicBezTo>
                    <a:lnTo>
                      <a:pt x="488256" y="72983"/>
                    </a:lnTo>
                    <a:lnTo>
                      <a:pt x="488256" y="93303"/>
                    </a:lnTo>
                    <a:lnTo>
                      <a:pt x="565777" y="93303"/>
                    </a:lnTo>
                    <a:lnTo>
                      <a:pt x="615527" y="192837"/>
                    </a:lnTo>
                    <a:cubicBezTo>
                      <a:pt x="617251" y="196288"/>
                      <a:pt x="620779" y="198465"/>
                      <a:pt x="624637" y="198459"/>
                    </a:cubicBezTo>
                    <a:lnTo>
                      <a:pt x="755599" y="198459"/>
                    </a:lnTo>
                    <a:lnTo>
                      <a:pt x="755599" y="320379"/>
                    </a:lnTo>
                    <a:cubicBezTo>
                      <a:pt x="755599" y="325990"/>
                      <a:pt x="760148" y="330539"/>
                      <a:pt x="765759" y="330539"/>
                    </a:cubicBezTo>
                    <a:lnTo>
                      <a:pt x="870746" y="330539"/>
                    </a:lnTo>
                    <a:cubicBezTo>
                      <a:pt x="874708" y="330529"/>
                      <a:pt x="878305" y="328215"/>
                      <a:pt x="879958" y="324612"/>
                    </a:cubicBezTo>
                    <a:lnTo>
                      <a:pt x="927371" y="221082"/>
                    </a:lnTo>
                    <a:lnTo>
                      <a:pt x="995104" y="221082"/>
                    </a:lnTo>
                    <a:lnTo>
                      <a:pt x="995104" y="557411"/>
                    </a:lnTo>
                    <a:lnTo>
                      <a:pt x="927371" y="557411"/>
                    </a:lnTo>
                    <a:lnTo>
                      <a:pt x="879958" y="453881"/>
                    </a:lnTo>
                    <a:cubicBezTo>
                      <a:pt x="878305" y="450278"/>
                      <a:pt x="874708" y="447965"/>
                      <a:pt x="870746" y="447954"/>
                    </a:cubicBezTo>
                    <a:lnTo>
                      <a:pt x="765759" y="447954"/>
                    </a:lnTo>
                    <a:cubicBezTo>
                      <a:pt x="760148" y="447954"/>
                      <a:pt x="755599" y="452503"/>
                      <a:pt x="755599" y="458114"/>
                    </a:cubicBezTo>
                    <a:lnTo>
                      <a:pt x="755599" y="628938"/>
                    </a:lnTo>
                    <a:lnTo>
                      <a:pt x="552399" y="628938"/>
                    </a:lnTo>
                    <a:lnTo>
                      <a:pt x="552399" y="649258"/>
                    </a:lnTo>
                    <a:lnTo>
                      <a:pt x="765759" y="649258"/>
                    </a:lnTo>
                    <a:cubicBezTo>
                      <a:pt x="771371" y="649258"/>
                      <a:pt x="775919" y="644710"/>
                      <a:pt x="775919" y="639098"/>
                    </a:cubicBezTo>
                    <a:lnTo>
                      <a:pt x="775919" y="468105"/>
                    </a:lnTo>
                    <a:lnTo>
                      <a:pt x="864277" y="468105"/>
                    </a:lnTo>
                    <a:lnTo>
                      <a:pt x="911691" y="571636"/>
                    </a:lnTo>
                    <a:cubicBezTo>
                      <a:pt x="913347" y="575249"/>
                      <a:pt x="916960" y="577566"/>
                      <a:pt x="920936" y="577562"/>
                    </a:cubicBezTo>
                    <a:lnTo>
                      <a:pt x="1005434" y="577562"/>
                    </a:lnTo>
                    <a:cubicBezTo>
                      <a:pt x="1011045" y="577562"/>
                      <a:pt x="1015594" y="573014"/>
                      <a:pt x="1015594" y="567402"/>
                    </a:cubicBezTo>
                    <a:lnTo>
                      <a:pt x="1015594" y="210752"/>
                    </a:lnTo>
                    <a:cubicBezTo>
                      <a:pt x="1015594" y="205141"/>
                      <a:pt x="1011045" y="200592"/>
                      <a:pt x="1005434" y="200592"/>
                    </a:cubicBezTo>
                    <a:close/>
                    <a:moveTo>
                      <a:pt x="242621" y="555955"/>
                    </a:moveTo>
                    <a:cubicBezTo>
                      <a:pt x="241007" y="554943"/>
                      <a:pt x="239141" y="554401"/>
                      <a:pt x="237236" y="554397"/>
                    </a:cubicBezTo>
                    <a:lnTo>
                      <a:pt x="237236" y="554397"/>
                    </a:lnTo>
                    <a:lnTo>
                      <a:pt x="103530" y="554397"/>
                    </a:lnTo>
                    <a:lnTo>
                      <a:pt x="103530" y="209398"/>
                    </a:lnTo>
                    <a:lnTo>
                      <a:pt x="237236" y="209398"/>
                    </a:lnTo>
                    <a:cubicBezTo>
                      <a:pt x="240753" y="209398"/>
                      <a:pt x="244020" y="207579"/>
                      <a:pt x="245872" y="204589"/>
                    </a:cubicBezTo>
                    <a:lnTo>
                      <a:pt x="314757" y="93303"/>
                    </a:lnTo>
                    <a:lnTo>
                      <a:pt x="388044" y="93303"/>
                    </a:lnTo>
                    <a:lnTo>
                      <a:pt x="388044" y="72983"/>
                    </a:lnTo>
                    <a:lnTo>
                      <a:pt x="309169" y="72983"/>
                    </a:lnTo>
                    <a:cubicBezTo>
                      <a:pt x="305652" y="72983"/>
                      <a:pt x="302385" y="74802"/>
                      <a:pt x="300533" y="77792"/>
                    </a:cubicBezTo>
                    <a:lnTo>
                      <a:pt x="231546" y="189078"/>
                    </a:lnTo>
                    <a:lnTo>
                      <a:pt x="93337" y="189078"/>
                    </a:lnTo>
                    <a:cubicBezTo>
                      <a:pt x="87725" y="189078"/>
                      <a:pt x="83177" y="193626"/>
                      <a:pt x="83177" y="199238"/>
                    </a:cubicBezTo>
                    <a:lnTo>
                      <a:pt x="83177" y="386182"/>
                    </a:lnTo>
                    <a:lnTo>
                      <a:pt x="20320" y="386182"/>
                    </a:lnTo>
                    <a:lnTo>
                      <a:pt x="20320" y="169841"/>
                    </a:lnTo>
                    <a:lnTo>
                      <a:pt x="0" y="169841"/>
                    </a:lnTo>
                    <a:lnTo>
                      <a:pt x="0" y="608313"/>
                    </a:lnTo>
                    <a:lnTo>
                      <a:pt x="20320" y="608313"/>
                    </a:lnTo>
                    <a:lnTo>
                      <a:pt x="20320" y="406603"/>
                    </a:lnTo>
                    <a:lnTo>
                      <a:pt x="83177" y="406603"/>
                    </a:lnTo>
                    <a:lnTo>
                      <a:pt x="83177" y="564625"/>
                    </a:lnTo>
                    <a:cubicBezTo>
                      <a:pt x="83177" y="570237"/>
                      <a:pt x="87725" y="574785"/>
                      <a:pt x="93337" y="574785"/>
                    </a:cubicBezTo>
                    <a:lnTo>
                      <a:pt x="93337" y="574785"/>
                    </a:lnTo>
                    <a:lnTo>
                      <a:pt x="234323" y="574785"/>
                    </a:lnTo>
                    <a:lnTo>
                      <a:pt x="350825" y="647598"/>
                    </a:lnTo>
                    <a:cubicBezTo>
                      <a:pt x="352437" y="648611"/>
                      <a:pt x="354303" y="649153"/>
                      <a:pt x="356210" y="649156"/>
                    </a:cubicBezTo>
                    <a:lnTo>
                      <a:pt x="472474" y="649156"/>
                    </a:lnTo>
                    <a:lnTo>
                      <a:pt x="472474" y="628836"/>
                    </a:lnTo>
                    <a:lnTo>
                      <a:pt x="359122" y="628836"/>
                    </a:lnTo>
                    <a:close/>
                    <a:moveTo>
                      <a:pt x="420285" y="352213"/>
                    </a:moveTo>
                    <a:cubicBezTo>
                      <a:pt x="420248" y="394188"/>
                      <a:pt x="386229" y="428207"/>
                      <a:pt x="344255" y="428244"/>
                    </a:cubicBezTo>
                    <a:lnTo>
                      <a:pt x="343848" y="428244"/>
                    </a:lnTo>
                    <a:cubicBezTo>
                      <a:pt x="292100" y="426178"/>
                      <a:pt x="268529" y="387401"/>
                      <a:pt x="268529" y="352213"/>
                    </a:cubicBezTo>
                    <a:cubicBezTo>
                      <a:pt x="268529" y="317026"/>
                      <a:pt x="292235" y="278215"/>
                      <a:pt x="343848" y="276149"/>
                    </a:cubicBezTo>
                    <a:lnTo>
                      <a:pt x="344255" y="276149"/>
                    </a:lnTo>
                    <a:cubicBezTo>
                      <a:pt x="386236" y="276206"/>
                      <a:pt x="420248" y="310232"/>
                      <a:pt x="420285" y="352213"/>
                    </a:cubicBezTo>
                    <a:close/>
                    <a:moveTo>
                      <a:pt x="399965" y="352213"/>
                    </a:moveTo>
                    <a:cubicBezTo>
                      <a:pt x="399948" y="321513"/>
                      <a:pt x="375124" y="296601"/>
                      <a:pt x="344424" y="296469"/>
                    </a:cubicBezTo>
                    <a:cubicBezTo>
                      <a:pt x="306053" y="298094"/>
                      <a:pt x="288849" y="325594"/>
                      <a:pt x="288849" y="352213"/>
                    </a:cubicBezTo>
                    <a:cubicBezTo>
                      <a:pt x="288849" y="378833"/>
                      <a:pt x="306053" y="406400"/>
                      <a:pt x="344424" y="407924"/>
                    </a:cubicBezTo>
                    <a:cubicBezTo>
                      <a:pt x="375111" y="407792"/>
                      <a:pt x="399928" y="382900"/>
                      <a:pt x="399965" y="352213"/>
                    </a:cubicBezTo>
                    <a:close/>
                    <a:moveTo>
                      <a:pt x="561983" y="468613"/>
                    </a:moveTo>
                    <a:cubicBezTo>
                      <a:pt x="561685" y="443027"/>
                      <a:pt x="582182" y="422043"/>
                      <a:pt x="607768" y="421745"/>
                    </a:cubicBezTo>
                    <a:cubicBezTo>
                      <a:pt x="607937" y="421742"/>
                      <a:pt x="608110" y="421742"/>
                      <a:pt x="608279" y="421742"/>
                    </a:cubicBezTo>
                    <a:lnTo>
                      <a:pt x="608686" y="421742"/>
                    </a:lnTo>
                    <a:cubicBezTo>
                      <a:pt x="634573" y="421742"/>
                      <a:pt x="655557" y="442725"/>
                      <a:pt x="655557" y="468613"/>
                    </a:cubicBezTo>
                    <a:cubicBezTo>
                      <a:pt x="655557" y="494501"/>
                      <a:pt x="634573" y="515485"/>
                      <a:pt x="608686" y="515485"/>
                    </a:cubicBezTo>
                    <a:lnTo>
                      <a:pt x="608279" y="515485"/>
                    </a:lnTo>
                    <a:cubicBezTo>
                      <a:pt x="582673" y="515447"/>
                      <a:pt x="561946" y="494663"/>
                      <a:pt x="561980" y="469057"/>
                    </a:cubicBezTo>
                    <a:cubicBezTo>
                      <a:pt x="561980" y="468908"/>
                      <a:pt x="561983" y="468762"/>
                      <a:pt x="561983" y="468613"/>
                    </a:cubicBezTo>
                    <a:close/>
                    <a:moveTo>
                      <a:pt x="582303" y="468613"/>
                    </a:moveTo>
                    <a:cubicBezTo>
                      <a:pt x="582303" y="481245"/>
                      <a:pt x="590533" y="494352"/>
                      <a:pt x="608889" y="495165"/>
                    </a:cubicBezTo>
                    <a:cubicBezTo>
                      <a:pt x="623553" y="495165"/>
                      <a:pt x="635440" y="483277"/>
                      <a:pt x="635440" y="468613"/>
                    </a:cubicBezTo>
                    <a:cubicBezTo>
                      <a:pt x="635440" y="453949"/>
                      <a:pt x="623553" y="442062"/>
                      <a:pt x="608889" y="442062"/>
                    </a:cubicBezTo>
                    <a:cubicBezTo>
                      <a:pt x="590669" y="442874"/>
                      <a:pt x="582303" y="455947"/>
                      <a:pt x="582303" y="468613"/>
                    </a:cubicBezTo>
                    <a:close/>
                    <a:moveTo>
                      <a:pt x="417576" y="256811"/>
                    </a:moveTo>
                    <a:lnTo>
                      <a:pt x="642823" y="385843"/>
                    </a:lnTo>
                    <a:cubicBezTo>
                      <a:pt x="693623" y="407822"/>
                      <a:pt x="705240" y="457200"/>
                      <a:pt x="694470" y="493979"/>
                    </a:cubicBezTo>
                    <a:cubicBezTo>
                      <a:pt x="683700" y="532028"/>
                      <a:pt x="648943" y="558279"/>
                      <a:pt x="609397" y="558224"/>
                    </a:cubicBezTo>
                    <a:cubicBezTo>
                      <a:pt x="603345" y="558211"/>
                      <a:pt x="597306" y="557679"/>
                      <a:pt x="591346" y="556633"/>
                    </a:cubicBezTo>
                    <a:cubicBezTo>
                      <a:pt x="585294" y="555407"/>
                      <a:pt x="579381" y="553568"/>
                      <a:pt x="573701" y="551146"/>
                    </a:cubicBezTo>
                    <a:lnTo>
                      <a:pt x="314994" y="469053"/>
                    </a:lnTo>
                    <a:cubicBezTo>
                      <a:pt x="250696" y="452039"/>
                      <a:pt x="212366" y="386117"/>
                      <a:pt x="229383" y="321821"/>
                    </a:cubicBezTo>
                    <a:cubicBezTo>
                      <a:pt x="246399" y="257522"/>
                      <a:pt x="312317" y="219192"/>
                      <a:pt x="376614" y="236210"/>
                    </a:cubicBezTo>
                    <a:cubicBezTo>
                      <a:pt x="380506" y="237239"/>
                      <a:pt x="384343" y="238462"/>
                      <a:pt x="388112" y="239878"/>
                    </a:cubicBezTo>
                    <a:lnTo>
                      <a:pt x="389196" y="240318"/>
                    </a:lnTo>
                    <a:cubicBezTo>
                      <a:pt x="399363" y="244500"/>
                      <a:pt x="408910" y="250051"/>
                      <a:pt x="417576" y="256811"/>
                    </a:cubicBezTo>
                    <a:close/>
                    <a:moveTo>
                      <a:pt x="632020" y="403081"/>
                    </a:moveTo>
                    <a:lnTo>
                      <a:pt x="406840" y="274083"/>
                    </a:lnTo>
                    <a:lnTo>
                      <a:pt x="405655" y="273304"/>
                    </a:lnTo>
                    <a:cubicBezTo>
                      <a:pt x="398231" y="267489"/>
                      <a:pt x="390009" y="262778"/>
                      <a:pt x="381237" y="259317"/>
                    </a:cubicBezTo>
                    <a:lnTo>
                      <a:pt x="380932" y="259317"/>
                    </a:lnTo>
                    <a:cubicBezTo>
                      <a:pt x="329112" y="239302"/>
                      <a:pt x="270878" y="265085"/>
                      <a:pt x="250863" y="316904"/>
                    </a:cubicBezTo>
                    <a:cubicBezTo>
                      <a:pt x="246499" y="328205"/>
                      <a:pt x="244211" y="340201"/>
                      <a:pt x="244111" y="352315"/>
                    </a:cubicBezTo>
                    <a:cubicBezTo>
                      <a:pt x="244007" y="393625"/>
                      <a:pt x="269420" y="430706"/>
                      <a:pt x="307983" y="445516"/>
                    </a:cubicBezTo>
                    <a:cubicBezTo>
                      <a:pt x="311978" y="447087"/>
                      <a:pt x="316074" y="448391"/>
                      <a:pt x="320243" y="449411"/>
                    </a:cubicBezTo>
                    <a:lnTo>
                      <a:pt x="320853" y="449411"/>
                    </a:lnTo>
                    <a:lnTo>
                      <a:pt x="580238" y="531673"/>
                    </a:lnTo>
                    <a:lnTo>
                      <a:pt x="581220" y="532045"/>
                    </a:lnTo>
                    <a:cubicBezTo>
                      <a:pt x="585629" y="533972"/>
                      <a:pt x="590225" y="535439"/>
                      <a:pt x="594936" y="536414"/>
                    </a:cubicBezTo>
                    <a:cubicBezTo>
                      <a:pt x="638251" y="543797"/>
                      <a:pt x="666361" y="517415"/>
                      <a:pt x="674997" y="487951"/>
                    </a:cubicBezTo>
                    <a:cubicBezTo>
                      <a:pt x="683633" y="458487"/>
                      <a:pt x="674353" y="420861"/>
                      <a:pt x="633984" y="403826"/>
                    </a:cubicBezTo>
                    <a:cubicBezTo>
                      <a:pt x="633300" y="403599"/>
                      <a:pt x="632643" y="403305"/>
                      <a:pt x="632020" y="402946"/>
                    </a:cubicBezTo>
                    <a:close/>
                  </a:path>
                </a:pathLst>
              </a:custGeom>
              <a:solidFill>
                <a:srgbClr val="505050"/>
              </a:solidFill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0" name="Rechteck: abgerundete Ecken 169">
              <a:extLst>
                <a:ext uri="{FF2B5EF4-FFF2-40B4-BE49-F238E27FC236}">
                  <a16:creationId xmlns:a16="http://schemas.microsoft.com/office/drawing/2014/main" id="{F28F2B7A-7A37-0251-379A-6E9BFD595932}"/>
                </a:ext>
              </a:extLst>
            </p:cNvPr>
            <p:cNvSpPr/>
            <p:nvPr/>
          </p:nvSpPr>
          <p:spPr>
            <a:xfrm>
              <a:off x="10864224" y="-49307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87FA17F0-D4DF-150C-3C37-7345A2F519E9}"/>
                </a:ext>
              </a:extLst>
            </p:cNvPr>
            <p:cNvGrpSpPr/>
            <p:nvPr/>
          </p:nvGrpSpPr>
          <p:grpSpPr>
            <a:xfrm>
              <a:off x="11045213" y="-432915"/>
              <a:ext cx="257171" cy="261308"/>
              <a:chOff x="3607366" y="1982624"/>
              <a:chExt cx="940818" cy="1088559"/>
            </a:xfrm>
          </p:grpSpPr>
          <p:grpSp>
            <p:nvGrpSpPr>
              <p:cNvPr id="209" name="ee4p_icon_group">
                <a:extLst>
                  <a:ext uri="{FF2B5EF4-FFF2-40B4-BE49-F238E27FC236}">
                    <a16:creationId xmlns:a16="http://schemas.microsoft.com/office/drawing/2014/main" id="{E3E7DA13-DC86-8130-DFFB-5DD81CB03D2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35493" y="2509180"/>
                <a:ext cx="726059" cy="562003"/>
                <a:chOff x="4032000" y="2888964"/>
                <a:chExt cx="1080000" cy="1080000"/>
              </a:xfrm>
              <a:solidFill>
                <a:srgbClr val="C00000"/>
              </a:solidFill>
            </p:grpSpPr>
            <p:grpSp>
              <p:nvGrpSpPr>
                <p:cNvPr id="213" name="ee4p_icon_frame">
                  <a:extLst>
                    <a:ext uri="{FF2B5EF4-FFF2-40B4-BE49-F238E27FC236}">
                      <a16:creationId xmlns:a16="http://schemas.microsoft.com/office/drawing/2014/main" id="{D7C14576-9FB3-5937-CB02-7CEC15DF77F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32000" y="2888964"/>
                  <a:ext cx="1080000" cy="1080000"/>
                  <a:chOff x="4737100" y="1701800"/>
                  <a:chExt cx="1098550" cy="1098550"/>
                </a:xfrm>
                <a:grpFill/>
              </p:grpSpPr>
              <p:cxnSp>
                <p:nvCxnSpPr>
                  <p:cNvPr id="215" name="ee4p_icon_frame_top">
                    <a:extLst>
                      <a:ext uri="{FF2B5EF4-FFF2-40B4-BE49-F238E27FC236}">
                        <a16:creationId xmlns:a16="http://schemas.microsoft.com/office/drawing/2014/main" id="{27A867E8-5AB1-F9A6-6DCF-36734854F8E1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170180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216" name="ee4p_icon_frame_bottom">
                    <a:extLst>
                      <a:ext uri="{FF2B5EF4-FFF2-40B4-BE49-F238E27FC236}">
                        <a16:creationId xmlns:a16="http://schemas.microsoft.com/office/drawing/2014/main" id="{0DC55FD4-E749-BA91-4BA6-738968C14954}"/>
                      </a:ext>
                    </a:extLst>
                  </p:cNvPr>
                  <p:cNvCxnSpPr/>
                  <p:nvPr/>
                </p:nvCxnSpPr>
                <p:spPr>
                  <a:xfrm>
                    <a:off x="4737100" y="2800350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217" name="ee4p_icon_frame_left">
                    <a:extLst>
                      <a:ext uri="{FF2B5EF4-FFF2-40B4-BE49-F238E27FC236}">
                        <a16:creationId xmlns:a16="http://schemas.microsoft.com/office/drawing/2014/main" id="{1E98DE30-F450-B864-71F6-74237F134A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18782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  <p:cxnSp>
                <p:nvCxnSpPr>
                  <p:cNvPr id="218" name="ee4p_icon_frame_right">
                    <a:extLst>
                      <a:ext uri="{FF2B5EF4-FFF2-40B4-BE49-F238E27FC236}">
                        <a16:creationId xmlns:a16="http://schemas.microsoft.com/office/drawing/2014/main" id="{D46D81D0-7C5D-D40B-7111-761B05EB9B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5286375" y="2251075"/>
                    <a:ext cx="1098550" cy="0"/>
                  </a:xfrm>
                  <a:prstGeom prst="line">
                    <a:avLst/>
                  </a:prstGeom>
                  <a:grpFill/>
                  <a:ln w="0" cap="sq" cmpd="sng" algn="ctr">
                    <a:noFill/>
                    <a:prstDash val="solid"/>
                    <a:round/>
                  </a:ln>
                  <a:effectLst/>
                </p:spPr>
              </p:cxnSp>
            </p:grpSp>
            <p:sp>
              <p:nvSpPr>
                <p:cNvPr id="214" name="ee4p_icon">
                  <a:extLst>
                    <a:ext uri="{FF2B5EF4-FFF2-40B4-BE49-F238E27FC236}">
                      <a16:creationId xmlns:a16="http://schemas.microsoft.com/office/drawing/2014/main" id="{6E56D47E-33F7-A186-6F03-4F6707A4B25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61739" y="2921166"/>
                  <a:ext cx="820521" cy="1015596"/>
                </a:xfrm>
                <a:custGeom>
                  <a:avLst/>
                  <a:gdLst>
                    <a:gd name="connsiteX0" fmla="*/ 820522 w 820521"/>
                    <a:gd name="connsiteY0" fmla="*/ 898858 h 1015596"/>
                    <a:gd name="connsiteX1" fmla="*/ 820522 w 820521"/>
                    <a:gd name="connsiteY1" fmla="*/ 1005436 h 1015596"/>
                    <a:gd name="connsiteX2" fmla="*/ 810362 w 820521"/>
                    <a:gd name="connsiteY2" fmla="*/ 1015596 h 1015596"/>
                    <a:gd name="connsiteX3" fmla="*/ 655659 w 820521"/>
                    <a:gd name="connsiteY3" fmla="*/ 1015596 h 1015596"/>
                    <a:gd name="connsiteX4" fmla="*/ 655659 w 820521"/>
                    <a:gd name="connsiteY4" fmla="*/ 995276 h 1015596"/>
                    <a:gd name="connsiteX5" fmla="*/ 800202 w 820521"/>
                    <a:gd name="connsiteY5" fmla="*/ 995276 h 1015596"/>
                    <a:gd name="connsiteX6" fmla="*/ 800202 w 820521"/>
                    <a:gd name="connsiteY6" fmla="*/ 909018 h 1015596"/>
                    <a:gd name="connsiteX7" fmla="*/ 20320 w 820521"/>
                    <a:gd name="connsiteY7" fmla="*/ 909018 h 1015596"/>
                    <a:gd name="connsiteX8" fmla="*/ 20320 w 820521"/>
                    <a:gd name="connsiteY8" fmla="*/ 995276 h 1015596"/>
                    <a:gd name="connsiteX9" fmla="*/ 516941 w 820521"/>
                    <a:gd name="connsiteY9" fmla="*/ 995276 h 1015596"/>
                    <a:gd name="connsiteX10" fmla="*/ 516941 w 820521"/>
                    <a:gd name="connsiteY10" fmla="*/ 1015596 h 1015596"/>
                    <a:gd name="connsiteX11" fmla="*/ 10160 w 820521"/>
                    <a:gd name="connsiteY11" fmla="*/ 1015596 h 1015596"/>
                    <a:gd name="connsiteX12" fmla="*/ 0 w 820521"/>
                    <a:gd name="connsiteY12" fmla="*/ 1005436 h 1015596"/>
                    <a:gd name="connsiteX13" fmla="*/ 0 w 820521"/>
                    <a:gd name="connsiteY13" fmla="*/ 898858 h 1015596"/>
                    <a:gd name="connsiteX14" fmla="*/ 10160 w 820521"/>
                    <a:gd name="connsiteY14" fmla="*/ 888698 h 1015596"/>
                    <a:gd name="connsiteX15" fmla="*/ 54661 w 820521"/>
                    <a:gd name="connsiteY15" fmla="*/ 888698 h 1015596"/>
                    <a:gd name="connsiteX16" fmla="*/ 89645 w 820521"/>
                    <a:gd name="connsiteY16" fmla="*/ 817849 h 1015596"/>
                    <a:gd name="connsiteX17" fmla="*/ 98687 w 820521"/>
                    <a:gd name="connsiteY17" fmla="*/ 812193 h 1015596"/>
                    <a:gd name="connsiteX18" fmla="*/ 268766 w 820521"/>
                    <a:gd name="connsiteY18" fmla="*/ 812193 h 1015596"/>
                    <a:gd name="connsiteX19" fmla="*/ 268766 w 820521"/>
                    <a:gd name="connsiteY19" fmla="*/ 832513 h 1015596"/>
                    <a:gd name="connsiteX20" fmla="*/ 105021 w 820521"/>
                    <a:gd name="connsiteY20" fmla="*/ 832513 h 1015596"/>
                    <a:gd name="connsiteX21" fmla="*/ 77284 w 820521"/>
                    <a:gd name="connsiteY21" fmla="*/ 888698 h 1015596"/>
                    <a:gd name="connsiteX22" fmla="*/ 743238 w 820521"/>
                    <a:gd name="connsiteY22" fmla="*/ 888698 h 1015596"/>
                    <a:gd name="connsiteX23" fmla="*/ 715501 w 820521"/>
                    <a:gd name="connsiteY23" fmla="*/ 832513 h 1015596"/>
                    <a:gd name="connsiteX24" fmla="*/ 561882 w 820521"/>
                    <a:gd name="connsiteY24" fmla="*/ 832513 h 1015596"/>
                    <a:gd name="connsiteX25" fmla="*/ 561882 w 820521"/>
                    <a:gd name="connsiteY25" fmla="*/ 858015 h 1015596"/>
                    <a:gd name="connsiteX26" fmla="*/ 541562 w 820521"/>
                    <a:gd name="connsiteY26" fmla="*/ 858015 h 1015596"/>
                    <a:gd name="connsiteX27" fmla="*/ 541562 w 820521"/>
                    <a:gd name="connsiteY27" fmla="*/ 822353 h 1015596"/>
                    <a:gd name="connsiteX28" fmla="*/ 551722 w 820521"/>
                    <a:gd name="connsiteY28" fmla="*/ 812193 h 1015596"/>
                    <a:gd name="connsiteX29" fmla="*/ 721834 w 820521"/>
                    <a:gd name="connsiteY29" fmla="*/ 812193 h 1015596"/>
                    <a:gd name="connsiteX30" fmla="*/ 730944 w 820521"/>
                    <a:gd name="connsiteY30" fmla="*/ 817849 h 1015596"/>
                    <a:gd name="connsiteX31" fmla="*/ 765861 w 820521"/>
                    <a:gd name="connsiteY31" fmla="*/ 888698 h 1015596"/>
                    <a:gd name="connsiteX32" fmla="*/ 810328 w 820521"/>
                    <a:gd name="connsiteY32" fmla="*/ 888698 h 1015596"/>
                    <a:gd name="connsiteX33" fmla="*/ 820522 w 820521"/>
                    <a:gd name="connsiteY33" fmla="*/ 898824 h 1015596"/>
                    <a:gd name="connsiteX34" fmla="*/ 820522 w 820521"/>
                    <a:gd name="connsiteY34" fmla="*/ 898858 h 1015596"/>
                    <a:gd name="connsiteX35" fmla="*/ 298975 w 820521"/>
                    <a:gd name="connsiteY35" fmla="*/ 783102 h 1015596"/>
                    <a:gd name="connsiteX36" fmla="*/ 312301 w 820521"/>
                    <a:gd name="connsiteY36" fmla="*/ 777730 h 1015596"/>
                    <a:gd name="connsiteX37" fmla="*/ 310557 w 820521"/>
                    <a:gd name="connsiteY37" fmla="*/ 767015 h 1015596"/>
                    <a:gd name="connsiteX38" fmla="*/ 277334 w 820521"/>
                    <a:gd name="connsiteY38" fmla="*/ 678962 h 1015596"/>
                    <a:gd name="connsiteX39" fmla="*/ 410430 w 820521"/>
                    <a:gd name="connsiteY39" fmla="*/ 431735 h 1015596"/>
                    <a:gd name="connsiteX40" fmla="*/ 520294 w 820521"/>
                    <a:gd name="connsiteY40" fmla="*/ 604828 h 1015596"/>
                    <a:gd name="connsiteX41" fmla="*/ 538615 w 820521"/>
                    <a:gd name="connsiteY41" fmla="*/ 595988 h 1015596"/>
                    <a:gd name="connsiteX42" fmla="*/ 418457 w 820521"/>
                    <a:gd name="connsiteY42" fmla="*/ 408672 h 1015596"/>
                    <a:gd name="connsiteX43" fmla="*/ 404202 w 820521"/>
                    <a:gd name="connsiteY43" fmla="*/ 406874 h 1015596"/>
                    <a:gd name="connsiteX44" fmla="*/ 402404 w 820521"/>
                    <a:gd name="connsiteY44" fmla="*/ 408672 h 1015596"/>
                    <a:gd name="connsiteX45" fmla="*/ 257014 w 820521"/>
                    <a:gd name="connsiteY45" fmla="*/ 678894 h 1015596"/>
                    <a:gd name="connsiteX46" fmla="*/ 272931 w 820521"/>
                    <a:gd name="connsiteY46" fmla="*/ 746864 h 1015596"/>
                    <a:gd name="connsiteX47" fmla="*/ 144407 w 820521"/>
                    <a:gd name="connsiteY47" fmla="*/ 519043 h 1015596"/>
                    <a:gd name="connsiteX48" fmla="*/ 410261 w 820521"/>
                    <a:gd name="connsiteY48" fmla="*/ 26927 h 1015596"/>
                    <a:gd name="connsiteX49" fmla="*/ 676284 w 820521"/>
                    <a:gd name="connsiteY49" fmla="*/ 519179 h 1015596"/>
                    <a:gd name="connsiteX50" fmla="*/ 513723 w 820521"/>
                    <a:gd name="connsiteY50" fmla="*/ 764306 h 1015596"/>
                    <a:gd name="connsiteX51" fmla="*/ 521648 w 820521"/>
                    <a:gd name="connsiteY51" fmla="*/ 783034 h 1015596"/>
                    <a:gd name="connsiteX52" fmla="*/ 696536 w 820521"/>
                    <a:gd name="connsiteY52" fmla="*/ 519179 h 1015596"/>
                    <a:gd name="connsiteX53" fmla="*/ 418220 w 820521"/>
                    <a:gd name="connsiteY53" fmla="*/ 3931 h 1015596"/>
                    <a:gd name="connsiteX54" fmla="*/ 403965 w 820521"/>
                    <a:gd name="connsiteY54" fmla="*/ 2134 h 1015596"/>
                    <a:gd name="connsiteX55" fmla="*/ 402167 w 820521"/>
                    <a:gd name="connsiteY55" fmla="*/ 3931 h 1015596"/>
                    <a:gd name="connsiteX56" fmla="*/ 123850 w 820521"/>
                    <a:gd name="connsiteY56" fmla="*/ 519179 h 1015596"/>
                    <a:gd name="connsiteX57" fmla="*/ 298806 w 820521"/>
                    <a:gd name="connsiteY57" fmla="*/ 783102 h 1015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820521" h="1015596">
                      <a:moveTo>
                        <a:pt x="820522" y="898858"/>
                      </a:moveTo>
                      <a:lnTo>
                        <a:pt x="820522" y="1005436"/>
                      </a:lnTo>
                      <a:cubicBezTo>
                        <a:pt x="820522" y="1011048"/>
                        <a:pt x="815973" y="1015596"/>
                        <a:pt x="810362" y="1015596"/>
                      </a:cubicBezTo>
                      <a:lnTo>
                        <a:pt x="655659" y="1015596"/>
                      </a:lnTo>
                      <a:lnTo>
                        <a:pt x="655659" y="995276"/>
                      </a:lnTo>
                      <a:lnTo>
                        <a:pt x="800202" y="995276"/>
                      </a:lnTo>
                      <a:lnTo>
                        <a:pt x="800202" y="909018"/>
                      </a:lnTo>
                      <a:lnTo>
                        <a:pt x="20320" y="909018"/>
                      </a:lnTo>
                      <a:lnTo>
                        <a:pt x="20320" y="995276"/>
                      </a:lnTo>
                      <a:lnTo>
                        <a:pt x="516941" y="995276"/>
                      </a:lnTo>
                      <a:lnTo>
                        <a:pt x="516941" y="1015596"/>
                      </a:lnTo>
                      <a:lnTo>
                        <a:pt x="10160" y="1015596"/>
                      </a:lnTo>
                      <a:cubicBezTo>
                        <a:pt x="4549" y="1015596"/>
                        <a:pt x="0" y="1011048"/>
                        <a:pt x="0" y="1005436"/>
                      </a:cubicBezTo>
                      <a:lnTo>
                        <a:pt x="0" y="898858"/>
                      </a:lnTo>
                      <a:cubicBezTo>
                        <a:pt x="0" y="893246"/>
                        <a:pt x="4549" y="888698"/>
                        <a:pt x="10160" y="888698"/>
                      </a:cubicBezTo>
                      <a:lnTo>
                        <a:pt x="54661" y="888698"/>
                      </a:lnTo>
                      <a:lnTo>
                        <a:pt x="89645" y="817849"/>
                      </a:lnTo>
                      <a:cubicBezTo>
                        <a:pt x="91348" y="814405"/>
                        <a:pt x="94847" y="812217"/>
                        <a:pt x="98687" y="812193"/>
                      </a:cubicBezTo>
                      <a:lnTo>
                        <a:pt x="268766" y="812193"/>
                      </a:lnTo>
                      <a:lnTo>
                        <a:pt x="268766" y="832513"/>
                      </a:lnTo>
                      <a:lnTo>
                        <a:pt x="105021" y="832513"/>
                      </a:lnTo>
                      <a:lnTo>
                        <a:pt x="77284" y="888698"/>
                      </a:lnTo>
                      <a:lnTo>
                        <a:pt x="743238" y="888698"/>
                      </a:lnTo>
                      <a:lnTo>
                        <a:pt x="715501" y="832513"/>
                      </a:lnTo>
                      <a:lnTo>
                        <a:pt x="561882" y="832513"/>
                      </a:lnTo>
                      <a:lnTo>
                        <a:pt x="561882" y="858015"/>
                      </a:lnTo>
                      <a:lnTo>
                        <a:pt x="541562" y="858015"/>
                      </a:lnTo>
                      <a:lnTo>
                        <a:pt x="541562" y="822353"/>
                      </a:lnTo>
                      <a:cubicBezTo>
                        <a:pt x="541562" y="816741"/>
                        <a:pt x="546110" y="812193"/>
                        <a:pt x="551722" y="812193"/>
                      </a:cubicBezTo>
                      <a:lnTo>
                        <a:pt x="721834" y="812193"/>
                      </a:lnTo>
                      <a:cubicBezTo>
                        <a:pt x="725698" y="812193"/>
                        <a:pt x="729231" y="814384"/>
                        <a:pt x="730944" y="817849"/>
                      </a:cubicBezTo>
                      <a:lnTo>
                        <a:pt x="765861" y="888698"/>
                      </a:lnTo>
                      <a:lnTo>
                        <a:pt x="810328" y="888698"/>
                      </a:lnTo>
                      <a:cubicBezTo>
                        <a:pt x="815939" y="888678"/>
                        <a:pt x="820501" y="893212"/>
                        <a:pt x="820522" y="898824"/>
                      </a:cubicBezTo>
                      <a:cubicBezTo>
                        <a:pt x="820522" y="898834"/>
                        <a:pt x="820522" y="898848"/>
                        <a:pt x="820522" y="898858"/>
                      </a:cubicBezTo>
                      <a:close/>
                      <a:moveTo>
                        <a:pt x="298975" y="783102"/>
                      </a:moveTo>
                      <a:cubicBezTo>
                        <a:pt x="304140" y="785300"/>
                        <a:pt x="310104" y="782895"/>
                        <a:pt x="312301" y="777730"/>
                      </a:cubicBezTo>
                      <a:cubicBezTo>
                        <a:pt x="313839" y="774120"/>
                        <a:pt x="313158" y="769951"/>
                        <a:pt x="310557" y="767015"/>
                      </a:cubicBezTo>
                      <a:cubicBezTo>
                        <a:pt x="289120" y="742695"/>
                        <a:pt x="277304" y="711382"/>
                        <a:pt x="277334" y="678962"/>
                      </a:cubicBezTo>
                      <a:cubicBezTo>
                        <a:pt x="277334" y="614615"/>
                        <a:pt x="380492" y="471867"/>
                        <a:pt x="410430" y="431735"/>
                      </a:cubicBezTo>
                      <a:cubicBezTo>
                        <a:pt x="431326" y="459709"/>
                        <a:pt x="488019" y="537975"/>
                        <a:pt x="520294" y="604828"/>
                      </a:cubicBezTo>
                      <a:lnTo>
                        <a:pt x="538615" y="595988"/>
                      </a:lnTo>
                      <a:cubicBezTo>
                        <a:pt x="497772" y="511322"/>
                        <a:pt x="421674" y="412804"/>
                        <a:pt x="418457" y="408672"/>
                      </a:cubicBezTo>
                      <a:cubicBezTo>
                        <a:pt x="415016" y="404239"/>
                        <a:pt x="408635" y="403433"/>
                        <a:pt x="404202" y="406874"/>
                      </a:cubicBezTo>
                      <a:cubicBezTo>
                        <a:pt x="403528" y="407395"/>
                        <a:pt x="402925" y="408001"/>
                        <a:pt x="402404" y="408672"/>
                      </a:cubicBezTo>
                      <a:cubicBezTo>
                        <a:pt x="396477" y="416326"/>
                        <a:pt x="257014" y="597241"/>
                        <a:pt x="257014" y="678894"/>
                      </a:cubicBezTo>
                      <a:cubicBezTo>
                        <a:pt x="257007" y="702475"/>
                        <a:pt x="262457" y="725738"/>
                        <a:pt x="272931" y="746864"/>
                      </a:cubicBezTo>
                      <a:cubicBezTo>
                        <a:pt x="193061" y="698757"/>
                        <a:pt x="144276" y="612282"/>
                        <a:pt x="144407" y="519043"/>
                      </a:cubicBezTo>
                      <a:cubicBezTo>
                        <a:pt x="144238" y="386354"/>
                        <a:pt x="364981" y="86972"/>
                        <a:pt x="410261" y="26927"/>
                      </a:cubicBezTo>
                      <a:cubicBezTo>
                        <a:pt x="455541" y="86905"/>
                        <a:pt x="676284" y="386286"/>
                        <a:pt x="676284" y="519179"/>
                      </a:cubicBezTo>
                      <a:cubicBezTo>
                        <a:pt x="676419" y="626174"/>
                        <a:pt x="612340" y="722802"/>
                        <a:pt x="513723" y="764306"/>
                      </a:cubicBezTo>
                      <a:lnTo>
                        <a:pt x="521648" y="783034"/>
                      </a:lnTo>
                      <a:cubicBezTo>
                        <a:pt x="627746" y="738310"/>
                        <a:pt x="696675" y="634319"/>
                        <a:pt x="696536" y="519179"/>
                      </a:cubicBezTo>
                      <a:cubicBezTo>
                        <a:pt x="696536" y="364950"/>
                        <a:pt x="429599" y="18596"/>
                        <a:pt x="418220" y="3931"/>
                      </a:cubicBezTo>
                      <a:cubicBezTo>
                        <a:pt x="414779" y="-502"/>
                        <a:pt x="408398" y="-1306"/>
                        <a:pt x="403965" y="2134"/>
                      </a:cubicBezTo>
                      <a:cubicBezTo>
                        <a:pt x="403291" y="2656"/>
                        <a:pt x="402688" y="3259"/>
                        <a:pt x="402167" y="3931"/>
                      </a:cubicBezTo>
                      <a:cubicBezTo>
                        <a:pt x="390787" y="18596"/>
                        <a:pt x="123850" y="364950"/>
                        <a:pt x="123850" y="519179"/>
                      </a:cubicBezTo>
                      <a:cubicBezTo>
                        <a:pt x="123697" y="634359"/>
                        <a:pt x="192659" y="738388"/>
                        <a:pt x="298806" y="783102"/>
                      </a:cubicBezTo>
                      <a:close/>
                    </a:path>
                  </a:pathLst>
                </a:custGeom>
                <a:grpFill/>
                <a:ln w="33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10" name="Rechteck 209">
                <a:extLst>
                  <a:ext uri="{FF2B5EF4-FFF2-40B4-BE49-F238E27FC236}">
                    <a16:creationId xmlns:a16="http://schemas.microsoft.com/office/drawing/2014/main" id="{F5065C47-C4C4-9E3B-E25A-1161DF3BC592}"/>
                  </a:ext>
                </a:extLst>
              </p:cNvPr>
              <p:cNvSpPr/>
              <p:nvPr/>
            </p:nvSpPr>
            <p:spPr>
              <a:xfrm>
                <a:off x="3607366" y="1982624"/>
                <a:ext cx="797945" cy="1053557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1" name="Rechteck 210">
                <a:extLst>
                  <a:ext uri="{FF2B5EF4-FFF2-40B4-BE49-F238E27FC236}">
                    <a16:creationId xmlns:a16="http://schemas.microsoft.com/office/drawing/2014/main" id="{7561ADFB-62C6-E58E-4F2F-11EA2006A11B}"/>
                  </a:ext>
                </a:extLst>
              </p:cNvPr>
              <p:cNvSpPr/>
              <p:nvPr/>
            </p:nvSpPr>
            <p:spPr>
              <a:xfrm>
                <a:off x="4405311" y="2642503"/>
                <a:ext cx="142873" cy="393678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2" name="Rechteck 211">
                <a:extLst>
                  <a:ext uri="{FF2B5EF4-FFF2-40B4-BE49-F238E27FC236}">
                    <a16:creationId xmlns:a16="http://schemas.microsoft.com/office/drawing/2014/main" id="{F00BE9F5-8F41-1B38-46A1-4B02C40CB749}"/>
                  </a:ext>
                </a:extLst>
              </p:cNvPr>
              <p:cNvSpPr/>
              <p:nvPr/>
            </p:nvSpPr>
            <p:spPr>
              <a:xfrm>
                <a:off x="4492531" y="2709520"/>
                <a:ext cx="45719" cy="259643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108000" tIns="108000" rIns="108000" bIns="108000" rtlCol="0" anchor="ctr"/>
              <a:lstStyle/>
              <a:p>
                <a:pPr marL="180000" marR="0" lvl="0" indent="-180000" defTabSz="914400" eaLnBrk="1" fontAlgn="auto" latinLnBrk="0" hangingPunct="1">
                  <a:lnSpc>
                    <a:spcPts val="19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79C7D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2F0E0404-25DB-E98E-638D-053C64462397}"/>
                </a:ext>
              </a:extLst>
            </p:cNvPr>
            <p:cNvSpPr txBox="1"/>
            <p:nvPr/>
          </p:nvSpPr>
          <p:spPr>
            <a:xfrm>
              <a:off x="10091324" y="-1285393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CHP</a:t>
              </a:r>
            </a:p>
          </p:txBody>
        </p:sp>
        <p:sp>
          <p:nvSpPr>
            <p:cNvPr id="173" name="Textfeld 172">
              <a:extLst>
                <a:ext uri="{FF2B5EF4-FFF2-40B4-BE49-F238E27FC236}">
                  <a16:creationId xmlns:a16="http://schemas.microsoft.com/office/drawing/2014/main" id="{466C42C2-2560-BDD6-0C35-DE3535804176}"/>
                </a:ext>
              </a:extLst>
            </p:cNvPr>
            <p:cNvSpPr txBox="1"/>
            <p:nvPr/>
          </p:nvSpPr>
          <p:spPr>
            <a:xfrm>
              <a:off x="9968396" y="-656832"/>
              <a:ext cx="991253" cy="61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Boiler</a:t>
              </a:r>
            </a:p>
          </p:txBody>
        </p:sp>
        <p:cxnSp>
          <p:nvCxnSpPr>
            <p:cNvPr id="174" name="Gerader Verbinder 173">
              <a:extLst>
                <a:ext uri="{FF2B5EF4-FFF2-40B4-BE49-F238E27FC236}">
                  <a16:creationId xmlns:a16="http://schemas.microsoft.com/office/drawing/2014/main" id="{C0F12F23-01B7-74CD-ED85-AAD8AF2876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51022" y="-1007985"/>
              <a:ext cx="456015" cy="375740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Gerader Verbinder 174">
              <a:extLst>
                <a:ext uri="{FF2B5EF4-FFF2-40B4-BE49-F238E27FC236}">
                  <a16:creationId xmlns:a16="http://schemas.microsoft.com/office/drawing/2014/main" id="{BADF3998-A244-213A-D954-DEFECD5EDD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44672" y="-950835"/>
              <a:ext cx="454837" cy="375794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Gerader Verbinder 175">
              <a:extLst>
                <a:ext uri="{FF2B5EF4-FFF2-40B4-BE49-F238E27FC236}">
                  <a16:creationId xmlns:a16="http://schemas.microsoft.com/office/drawing/2014/main" id="{AF94D491-617B-B016-0ED7-A0F181AC9D1A}"/>
                </a:ext>
              </a:extLst>
            </p:cNvPr>
            <p:cNvCxnSpPr>
              <a:cxnSpLocks/>
              <a:endCxn id="170" idx="3"/>
            </p:cNvCxnSpPr>
            <p:nvPr/>
          </p:nvCxnSpPr>
          <p:spPr>
            <a:xfrm flipH="1">
              <a:off x="11453884" y="-521117"/>
              <a:ext cx="445625" cy="211778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ADB4793B-773A-3FD6-6C8D-FB887EB82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47847" y="-491881"/>
              <a:ext cx="487334" cy="236371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Gerader Verbinder 177">
              <a:extLst>
                <a:ext uri="{FF2B5EF4-FFF2-40B4-BE49-F238E27FC236}">
                  <a16:creationId xmlns:a16="http://schemas.microsoft.com/office/drawing/2014/main" id="{1294E094-FD33-0CFF-F45C-661074832569}"/>
                </a:ext>
              </a:extLst>
            </p:cNvPr>
            <p:cNvCxnSpPr>
              <a:cxnSpLocks/>
              <a:stCxn id="225" idx="2"/>
            </p:cNvCxnSpPr>
            <p:nvPr/>
          </p:nvCxnSpPr>
          <p:spPr>
            <a:xfrm flipH="1" flipV="1">
              <a:off x="11914750" y="-550913"/>
              <a:ext cx="415580" cy="100428"/>
            </a:xfrm>
            <a:prstGeom prst="line">
              <a:avLst/>
            </a:prstGeom>
            <a:noFill/>
            <a:ln w="9525" cap="flat" cmpd="sng" algn="ctr">
              <a:solidFill>
                <a:srgbClr val="005B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Gerader Verbinder 178">
              <a:extLst>
                <a:ext uri="{FF2B5EF4-FFF2-40B4-BE49-F238E27FC236}">
                  <a16:creationId xmlns:a16="http://schemas.microsoft.com/office/drawing/2014/main" id="{D3BA1E2E-8A13-5B75-5C93-ADE2B846C354}"/>
                </a:ext>
              </a:extLst>
            </p:cNvPr>
            <p:cNvCxnSpPr>
              <a:cxnSpLocks/>
              <a:stCxn id="226" idx="2"/>
            </p:cNvCxnSpPr>
            <p:nvPr/>
          </p:nvCxnSpPr>
          <p:spPr>
            <a:xfrm flipH="1">
              <a:off x="11913074" y="-707090"/>
              <a:ext cx="417256" cy="144058"/>
            </a:xfrm>
            <a:prstGeom prst="line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DCA5E57B-CAC1-6951-F86B-AE0E924BCF51}"/>
                </a:ext>
              </a:extLst>
            </p:cNvPr>
            <p:cNvSpPr/>
            <p:nvPr/>
          </p:nvSpPr>
          <p:spPr>
            <a:xfrm>
              <a:off x="11840725" y="-627390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1" name="Ellipse 180">
              <a:extLst>
                <a:ext uri="{FF2B5EF4-FFF2-40B4-BE49-F238E27FC236}">
                  <a16:creationId xmlns:a16="http://schemas.microsoft.com/office/drawing/2014/main" id="{EED6DA65-4389-285B-AAC6-B3E0FF7AC93F}"/>
                </a:ext>
              </a:extLst>
            </p:cNvPr>
            <p:cNvSpPr/>
            <p:nvPr/>
          </p:nvSpPr>
          <p:spPr>
            <a:xfrm>
              <a:off x="11750725" y="201069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2" name="Ellipse 181">
              <a:extLst>
                <a:ext uri="{FF2B5EF4-FFF2-40B4-BE49-F238E27FC236}">
                  <a16:creationId xmlns:a16="http://schemas.microsoft.com/office/drawing/2014/main" id="{03728FF1-C2E1-69DD-460A-E77013AF16E7}"/>
                </a:ext>
              </a:extLst>
            </p:cNvPr>
            <p:cNvSpPr/>
            <p:nvPr/>
          </p:nvSpPr>
          <p:spPr>
            <a:xfrm>
              <a:off x="11357847" y="837268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2416E9DB-ABDC-A774-AC7C-C83541C2B5AD}"/>
                </a:ext>
              </a:extLst>
            </p:cNvPr>
            <p:cNvSpPr/>
            <p:nvPr/>
          </p:nvSpPr>
          <p:spPr>
            <a:xfrm>
              <a:off x="10352194" y="592152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4" name="Ellipse 183">
              <a:extLst>
                <a:ext uri="{FF2B5EF4-FFF2-40B4-BE49-F238E27FC236}">
                  <a16:creationId xmlns:a16="http://schemas.microsoft.com/office/drawing/2014/main" id="{A397C802-6F1F-B73C-8B35-AF6E68D3F232}"/>
                </a:ext>
              </a:extLst>
            </p:cNvPr>
            <p:cNvSpPr/>
            <p:nvPr/>
          </p:nvSpPr>
          <p:spPr>
            <a:xfrm>
              <a:off x="9521136" y="557922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4A96C473-1EEB-51D4-B97F-5395D6CC7572}"/>
                </a:ext>
              </a:extLst>
            </p:cNvPr>
            <p:cNvSpPr/>
            <p:nvPr/>
          </p:nvSpPr>
          <p:spPr>
            <a:xfrm>
              <a:off x="9762812" y="95896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9DCD42E3-EEB7-75C6-DE6C-5DE4D46F5F47}"/>
                </a:ext>
              </a:extLst>
            </p:cNvPr>
            <p:cNvSpPr/>
            <p:nvPr/>
          </p:nvSpPr>
          <p:spPr>
            <a:xfrm>
              <a:off x="11930489" y="1229854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2645590D-E7D4-EE74-F3CE-12455AB4B7E0}"/>
                </a:ext>
              </a:extLst>
            </p:cNvPr>
            <p:cNvSpPr/>
            <p:nvPr/>
          </p:nvSpPr>
          <p:spPr>
            <a:xfrm>
              <a:off x="11633607" y="16523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8" name="Ellipse 187">
              <a:extLst>
                <a:ext uri="{FF2B5EF4-FFF2-40B4-BE49-F238E27FC236}">
                  <a16:creationId xmlns:a16="http://schemas.microsoft.com/office/drawing/2014/main" id="{9A802DE5-35CC-558D-CAB7-D0E3CA762ACE}"/>
                </a:ext>
              </a:extLst>
            </p:cNvPr>
            <p:cNvSpPr/>
            <p:nvPr/>
          </p:nvSpPr>
          <p:spPr>
            <a:xfrm>
              <a:off x="10799339" y="1457045"/>
              <a:ext cx="180000" cy="17999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9" name="Ellipse 188">
              <a:extLst>
                <a:ext uri="{FF2B5EF4-FFF2-40B4-BE49-F238E27FC236}">
                  <a16:creationId xmlns:a16="http://schemas.microsoft.com/office/drawing/2014/main" id="{27A9CBC0-D035-01DA-B247-AA4522917D5F}"/>
                </a:ext>
              </a:extLst>
            </p:cNvPr>
            <p:cNvSpPr/>
            <p:nvPr/>
          </p:nvSpPr>
          <p:spPr>
            <a:xfrm>
              <a:off x="10820114" y="1953151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0" name="Ellipse 189">
              <a:extLst>
                <a:ext uri="{FF2B5EF4-FFF2-40B4-BE49-F238E27FC236}">
                  <a16:creationId xmlns:a16="http://schemas.microsoft.com/office/drawing/2014/main" id="{79DC4052-9F2A-A538-4356-07333C746BDD}"/>
                </a:ext>
              </a:extLst>
            </p:cNvPr>
            <p:cNvSpPr/>
            <p:nvPr/>
          </p:nvSpPr>
          <p:spPr>
            <a:xfrm>
              <a:off x="11354672" y="2324553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66993B59-ED62-65CC-32DD-0C2108F5FC50}"/>
                </a:ext>
              </a:extLst>
            </p:cNvPr>
            <p:cNvSpPr/>
            <p:nvPr/>
          </p:nvSpPr>
          <p:spPr>
            <a:xfrm>
              <a:off x="10489100" y="2533621"/>
              <a:ext cx="180000" cy="17999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F8145B57-2D47-FEB8-8FE5-7859D5B5219B}"/>
                </a:ext>
              </a:extLst>
            </p:cNvPr>
            <p:cNvSpPr/>
            <p:nvPr/>
          </p:nvSpPr>
          <p:spPr>
            <a:xfrm>
              <a:off x="9360466" y="1867066"/>
              <a:ext cx="180000" cy="180001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9B72DC12-31E1-FEA4-EE37-EAE9F9DA6AA3}"/>
                </a:ext>
              </a:extLst>
            </p:cNvPr>
            <p:cNvSpPr/>
            <p:nvPr/>
          </p:nvSpPr>
          <p:spPr>
            <a:xfrm>
              <a:off x="9960083" y="2267416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96EF7C8E-9B31-DADD-610E-7FE658BEA0EB}"/>
                </a:ext>
              </a:extLst>
            </p:cNvPr>
            <p:cNvSpPr/>
            <p:nvPr/>
          </p:nvSpPr>
          <p:spPr>
            <a:xfrm>
              <a:off x="10883991" y="748315"/>
              <a:ext cx="180000" cy="180000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5" name="Rechteck: abgerundete Ecken 194">
              <a:extLst>
                <a:ext uri="{FF2B5EF4-FFF2-40B4-BE49-F238E27FC236}">
                  <a16:creationId xmlns:a16="http://schemas.microsoft.com/office/drawing/2014/main" id="{95A43EC9-532E-8F50-DE90-10746F01A335}"/>
                </a:ext>
              </a:extLst>
            </p:cNvPr>
            <p:cNvSpPr/>
            <p:nvPr/>
          </p:nvSpPr>
          <p:spPr>
            <a:xfrm>
              <a:off x="10089495" y="1409854"/>
              <a:ext cx="589660" cy="367469"/>
            </a:xfrm>
            <a:prstGeom prst="round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6" name="ee4p_icon_group">
              <a:extLst>
                <a:ext uri="{FF2B5EF4-FFF2-40B4-BE49-F238E27FC236}">
                  <a16:creationId xmlns:a16="http://schemas.microsoft.com/office/drawing/2014/main" id="{CF850027-EDC6-29C1-3A16-816CD22605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175696" y="1484081"/>
              <a:ext cx="219012" cy="219012"/>
              <a:chOff x="4031948" y="2889067"/>
              <a:chExt cx="1080000" cy="1079999"/>
            </a:xfrm>
            <a:solidFill>
              <a:sysClr val="windowText" lastClr="000000">
                <a:lumMod val="95000"/>
                <a:lumOff val="5000"/>
              </a:sysClr>
            </a:solidFill>
          </p:grpSpPr>
          <p:grpSp>
            <p:nvGrpSpPr>
              <p:cNvPr id="203" name="ee4p_icon_frame">
                <a:extLst>
                  <a:ext uri="{FF2B5EF4-FFF2-40B4-BE49-F238E27FC236}">
                    <a16:creationId xmlns:a16="http://schemas.microsoft.com/office/drawing/2014/main" id="{A6CC87EE-E9ED-B218-C77D-678A0F05638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31948" y="2889067"/>
                <a:ext cx="1080000" cy="1079999"/>
                <a:chOff x="4737100" y="1701800"/>
                <a:chExt cx="1098550" cy="1098550"/>
              </a:xfrm>
              <a:grpFill/>
            </p:grpSpPr>
            <p:cxnSp>
              <p:nvCxnSpPr>
                <p:cNvPr id="205" name="ee4p_icon_frame_top">
                  <a:extLst>
                    <a:ext uri="{FF2B5EF4-FFF2-40B4-BE49-F238E27FC236}">
                      <a16:creationId xmlns:a16="http://schemas.microsoft.com/office/drawing/2014/main" id="{934A3412-AA23-1A0D-83FB-29B75951F6F2}"/>
                    </a:ext>
                  </a:extLst>
                </p:cNvPr>
                <p:cNvCxnSpPr/>
                <p:nvPr/>
              </p:nvCxnSpPr>
              <p:spPr>
                <a:xfrm>
                  <a:off x="4737100" y="170180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06" name="ee4p_icon_frame_bottom">
                  <a:extLst>
                    <a:ext uri="{FF2B5EF4-FFF2-40B4-BE49-F238E27FC236}">
                      <a16:creationId xmlns:a16="http://schemas.microsoft.com/office/drawing/2014/main" id="{B263324A-371D-2CC0-0AF3-F06BC58B1466}"/>
                    </a:ext>
                  </a:extLst>
                </p:cNvPr>
                <p:cNvCxnSpPr/>
                <p:nvPr/>
              </p:nvCxnSpPr>
              <p:spPr>
                <a:xfrm>
                  <a:off x="4737100" y="2800350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07" name="ee4p_icon_frame_left">
                  <a:extLst>
                    <a:ext uri="{FF2B5EF4-FFF2-40B4-BE49-F238E27FC236}">
                      <a16:creationId xmlns:a16="http://schemas.microsoft.com/office/drawing/2014/main" id="{21B95E12-F9C1-8D28-BF55-25BDD46F3D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18782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  <p:cxnSp>
              <p:nvCxnSpPr>
                <p:cNvPr id="208" name="ee4p_icon_frame_right">
                  <a:extLst>
                    <a:ext uri="{FF2B5EF4-FFF2-40B4-BE49-F238E27FC236}">
                      <a16:creationId xmlns:a16="http://schemas.microsoft.com/office/drawing/2014/main" id="{E6A4CFB4-F118-72BB-9147-5252B2B583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5286375" y="2251075"/>
                  <a:ext cx="1098550" cy="0"/>
                </a:xfrm>
                <a:prstGeom prst="line">
                  <a:avLst/>
                </a:prstGeom>
                <a:grpFill/>
                <a:ln w="0" cap="sq" cmpd="sng" algn="ctr">
                  <a:noFill/>
                  <a:prstDash val="solid"/>
                  <a:round/>
                </a:ln>
                <a:effectLst/>
              </p:spPr>
            </p:cxnSp>
          </p:grpSp>
          <p:sp>
            <p:nvSpPr>
              <p:cNvPr id="204" name="ee4p_icon">
                <a:extLst>
                  <a:ext uri="{FF2B5EF4-FFF2-40B4-BE49-F238E27FC236}">
                    <a16:creationId xmlns:a16="http://schemas.microsoft.com/office/drawing/2014/main" id="{CF8FC26E-1BE5-91A8-C81A-48661573FB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3790" y="2933155"/>
                <a:ext cx="1016317" cy="991821"/>
              </a:xfrm>
              <a:custGeom>
                <a:avLst/>
                <a:gdLst>
                  <a:gd name="connsiteX0" fmla="*/ 719165 w 1016317"/>
                  <a:gd name="connsiteY0" fmla="*/ 485922 h 991821"/>
                  <a:gd name="connsiteX1" fmla="*/ 719572 w 1016317"/>
                  <a:gd name="connsiteY1" fmla="*/ 506242 h 991821"/>
                  <a:gd name="connsiteX2" fmla="*/ 966799 w 1016317"/>
                  <a:gd name="connsiteY2" fmla="*/ 576515 h 991821"/>
                  <a:gd name="connsiteX3" fmla="*/ 992707 w 1016317"/>
                  <a:gd name="connsiteY3" fmla="*/ 695624 h 991821"/>
                  <a:gd name="connsiteX4" fmla="*/ 798413 w 1016317"/>
                  <a:gd name="connsiteY4" fmla="*/ 955246 h 991821"/>
                  <a:gd name="connsiteX5" fmla="*/ 673310 w 1016317"/>
                  <a:gd name="connsiteY5" fmla="*/ 958429 h 991821"/>
                  <a:gd name="connsiteX6" fmla="*/ 625693 w 1016317"/>
                  <a:gd name="connsiteY6" fmla="*/ 819915 h 991821"/>
                  <a:gd name="connsiteX7" fmla="*/ 565919 w 1016317"/>
                  <a:gd name="connsiteY7" fmla="*/ 646382 h 991821"/>
                  <a:gd name="connsiteX8" fmla="*/ 643406 w 1016317"/>
                  <a:gd name="connsiteY8" fmla="*/ 490534 h 991821"/>
                  <a:gd name="connsiteX9" fmla="*/ 627488 w 1016317"/>
                  <a:gd name="connsiteY9" fmla="*/ 459032 h 991821"/>
                  <a:gd name="connsiteX10" fmla="*/ 748325 w 1016317"/>
                  <a:gd name="connsiteY10" fmla="*/ 321838 h 991821"/>
                  <a:gd name="connsiteX11" fmla="*/ 856224 w 1016317"/>
                  <a:gd name="connsiteY11" fmla="*/ 201205 h 991821"/>
                  <a:gd name="connsiteX12" fmla="*/ 787441 w 1016317"/>
                  <a:gd name="connsiteY12" fmla="*/ 73900 h 991821"/>
                  <a:gd name="connsiteX13" fmla="*/ 447623 w 1016317"/>
                  <a:gd name="connsiteY13" fmla="*/ 20831 h 991821"/>
                  <a:gd name="connsiteX14" fmla="*/ 331832 w 1016317"/>
                  <a:gd name="connsiteY14" fmla="*/ 191417 h 991821"/>
                  <a:gd name="connsiteX15" fmla="*/ 352152 w 1016317"/>
                  <a:gd name="connsiteY15" fmla="*/ 189927 h 991821"/>
                  <a:gd name="connsiteX16" fmla="*/ 454023 w 1016317"/>
                  <a:gd name="connsiteY16" fmla="*/ 40135 h 991821"/>
                  <a:gd name="connsiteX17" fmla="*/ 774436 w 1016317"/>
                  <a:gd name="connsiteY17" fmla="*/ 89445 h 991821"/>
                  <a:gd name="connsiteX18" fmla="*/ 836107 w 1016317"/>
                  <a:gd name="connsiteY18" fmla="*/ 198428 h 991821"/>
                  <a:gd name="connsiteX19" fmla="*/ 736234 w 1016317"/>
                  <a:gd name="connsiteY19" fmla="*/ 305582 h 991821"/>
                  <a:gd name="connsiteX20" fmla="*/ 611165 w 1016317"/>
                  <a:gd name="connsiteY20" fmla="*/ 440032 h 991821"/>
                  <a:gd name="connsiteX21" fmla="*/ 452838 w 1016317"/>
                  <a:gd name="connsiteY21" fmla="*/ 430956 h 991821"/>
                  <a:gd name="connsiteX22" fmla="*/ 374775 w 1016317"/>
                  <a:gd name="connsiteY22" fmla="*/ 284246 h 991821"/>
                  <a:gd name="connsiteX23" fmla="*/ 355810 w 1016317"/>
                  <a:gd name="connsiteY23" fmla="*/ 291425 h 991821"/>
                  <a:gd name="connsiteX24" fmla="*/ 437598 w 1016317"/>
                  <a:gd name="connsiteY24" fmla="*/ 444604 h 991821"/>
                  <a:gd name="connsiteX25" fmla="*/ 412638 w 1016317"/>
                  <a:gd name="connsiteY25" fmla="*/ 482941 h 991821"/>
                  <a:gd name="connsiteX26" fmla="*/ 231960 w 1016317"/>
                  <a:gd name="connsiteY26" fmla="*/ 455543 h 991821"/>
                  <a:gd name="connsiteX27" fmla="*/ 72211 w 1016317"/>
                  <a:gd name="connsiteY27" fmla="*/ 430211 h 991821"/>
                  <a:gd name="connsiteX28" fmla="*/ 2310 w 1016317"/>
                  <a:gd name="connsiteY28" fmla="*/ 556805 h 991821"/>
                  <a:gd name="connsiteX29" fmla="*/ 141603 w 1016317"/>
                  <a:gd name="connsiteY29" fmla="*/ 871290 h 991821"/>
                  <a:gd name="connsiteX30" fmla="*/ 247708 w 1016317"/>
                  <a:gd name="connsiteY30" fmla="*/ 913421 h 991821"/>
                  <a:gd name="connsiteX31" fmla="*/ 353575 w 1016317"/>
                  <a:gd name="connsiteY31" fmla="*/ 871765 h 991821"/>
                  <a:gd name="connsiteX32" fmla="*/ 340875 w 1016317"/>
                  <a:gd name="connsiteY32" fmla="*/ 855915 h 991821"/>
                  <a:gd name="connsiteX33" fmla="*/ 154371 w 1016317"/>
                  <a:gd name="connsiteY33" fmla="*/ 855644 h 991821"/>
                  <a:gd name="connsiteX34" fmla="*/ 22460 w 1016317"/>
                  <a:gd name="connsiteY34" fmla="*/ 559446 h 991821"/>
                  <a:gd name="connsiteX35" fmla="*/ 80677 w 1016317"/>
                  <a:gd name="connsiteY35" fmla="*/ 448634 h 991821"/>
                  <a:gd name="connsiteX36" fmla="*/ 224848 w 1016317"/>
                  <a:gd name="connsiteY36" fmla="*/ 474610 h 991821"/>
                  <a:gd name="connsiteX37" fmla="*/ 405492 w 1016317"/>
                  <a:gd name="connsiteY37" fmla="*/ 507054 h 991821"/>
                  <a:gd name="connsiteX38" fmla="*/ 483623 w 1016317"/>
                  <a:gd name="connsiteY38" fmla="*/ 645095 h 991821"/>
                  <a:gd name="connsiteX39" fmla="*/ 399938 w 1016317"/>
                  <a:gd name="connsiteY39" fmla="*/ 793567 h 991821"/>
                  <a:gd name="connsiteX40" fmla="*/ 416127 w 1016317"/>
                  <a:gd name="connsiteY40" fmla="*/ 805826 h 991821"/>
                  <a:gd name="connsiteX41" fmla="*/ 503367 w 1016317"/>
                  <a:gd name="connsiteY41" fmla="*/ 650615 h 991821"/>
                  <a:gd name="connsiteX42" fmla="*/ 526633 w 1016317"/>
                  <a:gd name="connsiteY42" fmla="*/ 652851 h 991821"/>
                  <a:gd name="connsiteX43" fmla="*/ 541501 w 1016317"/>
                  <a:gd name="connsiteY43" fmla="*/ 651936 h 991821"/>
                  <a:gd name="connsiteX44" fmla="*/ 605848 w 1016317"/>
                  <a:gd name="connsiteY44" fmla="*/ 823031 h 991821"/>
                  <a:gd name="connsiteX45" fmla="*/ 661626 w 1016317"/>
                  <a:gd name="connsiteY45" fmla="*/ 974889 h 991821"/>
                  <a:gd name="connsiteX46" fmla="*/ 723297 w 1016317"/>
                  <a:gd name="connsiteY46" fmla="*/ 991822 h 991821"/>
                  <a:gd name="connsiteX47" fmla="*/ 806237 w 1016317"/>
                  <a:gd name="connsiteY47" fmla="*/ 974076 h 991821"/>
                  <a:gd name="connsiteX48" fmla="*/ 1012823 w 1016317"/>
                  <a:gd name="connsiteY48" fmla="*/ 699045 h 991821"/>
                  <a:gd name="connsiteX49" fmla="*/ 982343 w 1016317"/>
                  <a:gd name="connsiteY49" fmla="*/ 563205 h 991821"/>
                  <a:gd name="connsiteX50" fmla="*/ 719165 w 1016317"/>
                  <a:gd name="connsiteY50" fmla="*/ 485922 h 991821"/>
                  <a:gd name="connsiteX51" fmla="*/ 423713 w 1016317"/>
                  <a:gd name="connsiteY51" fmla="*/ 529711 h 991821"/>
                  <a:gd name="connsiteX52" fmla="*/ 526633 w 1016317"/>
                  <a:gd name="connsiteY52" fmla="*/ 426723 h 991821"/>
                  <a:gd name="connsiteX53" fmla="*/ 629622 w 1016317"/>
                  <a:gd name="connsiteY53" fmla="*/ 529644 h 991821"/>
                  <a:gd name="connsiteX54" fmla="*/ 526701 w 1016317"/>
                  <a:gd name="connsiteY54" fmla="*/ 632632 h 991821"/>
                  <a:gd name="connsiteX55" fmla="*/ 526633 w 1016317"/>
                  <a:gd name="connsiteY55" fmla="*/ 632632 h 991821"/>
                  <a:gd name="connsiteX56" fmla="*/ 423713 w 1016317"/>
                  <a:gd name="connsiteY56" fmla="*/ 529711 h 991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16317" h="991821">
                    <a:moveTo>
                      <a:pt x="719165" y="485922"/>
                    </a:moveTo>
                    <a:lnTo>
                      <a:pt x="719572" y="506242"/>
                    </a:lnTo>
                    <a:cubicBezTo>
                      <a:pt x="788321" y="504921"/>
                      <a:pt x="911765" y="512270"/>
                      <a:pt x="966799" y="576515"/>
                    </a:cubicBezTo>
                    <a:cubicBezTo>
                      <a:pt x="992503" y="606453"/>
                      <a:pt x="1001207" y="646551"/>
                      <a:pt x="992707" y="695624"/>
                    </a:cubicBezTo>
                    <a:cubicBezTo>
                      <a:pt x="961414" y="875964"/>
                      <a:pt x="836107" y="939938"/>
                      <a:pt x="798413" y="955246"/>
                    </a:cubicBezTo>
                    <a:cubicBezTo>
                      <a:pt x="748054" y="975735"/>
                      <a:pt x="698913" y="976988"/>
                      <a:pt x="673310" y="958429"/>
                    </a:cubicBezTo>
                    <a:cubicBezTo>
                      <a:pt x="643846" y="937127"/>
                      <a:pt x="635041" y="880197"/>
                      <a:pt x="625693" y="819915"/>
                    </a:cubicBezTo>
                    <a:cubicBezTo>
                      <a:pt x="615533" y="753739"/>
                      <a:pt x="604832" y="685600"/>
                      <a:pt x="565919" y="646382"/>
                    </a:cubicBezTo>
                    <a:cubicBezTo>
                      <a:pt x="630354" y="624745"/>
                      <a:pt x="665047" y="554966"/>
                      <a:pt x="643406" y="490534"/>
                    </a:cubicBezTo>
                    <a:cubicBezTo>
                      <a:pt x="639643" y="479321"/>
                      <a:pt x="634279" y="468714"/>
                      <a:pt x="627488" y="459032"/>
                    </a:cubicBezTo>
                    <a:cubicBezTo>
                      <a:pt x="635345" y="406606"/>
                      <a:pt x="692749" y="363528"/>
                      <a:pt x="748325" y="321838"/>
                    </a:cubicBezTo>
                    <a:cubicBezTo>
                      <a:pt x="800716" y="282654"/>
                      <a:pt x="850263" y="245604"/>
                      <a:pt x="856224" y="201205"/>
                    </a:cubicBezTo>
                    <a:cubicBezTo>
                      <a:pt x="861575" y="162529"/>
                      <a:pt x="835193" y="113727"/>
                      <a:pt x="787441" y="73900"/>
                    </a:cubicBezTo>
                    <a:cubicBezTo>
                      <a:pt x="698676" y="-133"/>
                      <a:pt x="571642" y="-19945"/>
                      <a:pt x="447623" y="20831"/>
                    </a:cubicBezTo>
                    <a:cubicBezTo>
                      <a:pt x="365564" y="47924"/>
                      <a:pt x="325533" y="106818"/>
                      <a:pt x="331832" y="191417"/>
                    </a:cubicBezTo>
                    <a:lnTo>
                      <a:pt x="352152" y="189927"/>
                    </a:lnTo>
                    <a:cubicBezTo>
                      <a:pt x="346463" y="113558"/>
                      <a:pt x="379788" y="64620"/>
                      <a:pt x="454023" y="40135"/>
                    </a:cubicBezTo>
                    <a:cubicBezTo>
                      <a:pt x="627827" y="-17032"/>
                      <a:pt x="743211" y="63469"/>
                      <a:pt x="774436" y="89445"/>
                    </a:cubicBezTo>
                    <a:cubicBezTo>
                      <a:pt x="816397" y="124361"/>
                      <a:pt x="840408" y="167101"/>
                      <a:pt x="836107" y="198428"/>
                    </a:cubicBezTo>
                    <a:cubicBezTo>
                      <a:pt x="831129" y="234428"/>
                      <a:pt x="785036" y="268938"/>
                      <a:pt x="736234" y="305582"/>
                    </a:cubicBezTo>
                    <a:cubicBezTo>
                      <a:pt x="682657" y="345781"/>
                      <a:pt x="627455" y="387200"/>
                      <a:pt x="611165" y="440032"/>
                    </a:cubicBezTo>
                    <a:cubicBezTo>
                      <a:pt x="567643" y="398847"/>
                      <a:pt x="500780" y="395017"/>
                      <a:pt x="452838" y="430956"/>
                    </a:cubicBezTo>
                    <a:cubicBezTo>
                      <a:pt x="438038" y="409417"/>
                      <a:pt x="399735" y="350523"/>
                      <a:pt x="374775" y="284246"/>
                    </a:cubicBezTo>
                    <a:lnTo>
                      <a:pt x="355810" y="291425"/>
                    </a:lnTo>
                    <a:cubicBezTo>
                      <a:pt x="382700" y="362782"/>
                      <a:pt x="423340" y="424183"/>
                      <a:pt x="437598" y="444604"/>
                    </a:cubicBezTo>
                    <a:cubicBezTo>
                      <a:pt x="426971" y="455723"/>
                      <a:pt x="418504" y="468724"/>
                      <a:pt x="412638" y="482941"/>
                    </a:cubicBezTo>
                    <a:cubicBezTo>
                      <a:pt x="364311" y="504650"/>
                      <a:pt x="297085" y="479724"/>
                      <a:pt x="231960" y="455543"/>
                    </a:cubicBezTo>
                    <a:cubicBezTo>
                      <a:pt x="170695" y="432785"/>
                      <a:pt x="112851" y="411313"/>
                      <a:pt x="72211" y="430211"/>
                    </a:cubicBezTo>
                    <a:cubicBezTo>
                      <a:pt x="36684" y="446670"/>
                      <a:pt x="9930" y="495201"/>
                      <a:pt x="2310" y="556805"/>
                    </a:cubicBezTo>
                    <a:cubicBezTo>
                      <a:pt x="-11914" y="671511"/>
                      <a:pt x="40173" y="789062"/>
                      <a:pt x="141603" y="871290"/>
                    </a:cubicBezTo>
                    <a:cubicBezTo>
                      <a:pt x="176249" y="899366"/>
                      <a:pt x="211944" y="913421"/>
                      <a:pt x="247708" y="913421"/>
                    </a:cubicBezTo>
                    <a:cubicBezTo>
                      <a:pt x="283471" y="913421"/>
                      <a:pt x="318828" y="899535"/>
                      <a:pt x="353575" y="871765"/>
                    </a:cubicBezTo>
                    <a:lnTo>
                      <a:pt x="340875" y="855915"/>
                    </a:lnTo>
                    <a:cubicBezTo>
                      <a:pt x="278763" y="905631"/>
                      <a:pt x="216042" y="905631"/>
                      <a:pt x="154371" y="855644"/>
                    </a:cubicBezTo>
                    <a:cubicBezTo>
                      <a:pt x="12131" y="740497"/>
                      <a:pt x="17482" y="599781"/>
                      <a:pt x="22460" y="559446"/>
                    </a:cubicBezTo>
                    <a:cubicBezTo>
                      <a:pt x="29234" y="505429"/>
                      <a:pt x="51992" y="461944"/>
                      <a:pt x="80677" y="448634"/>
                    </a:cubicBezTo>
                    <a:cubicBezTo>
                      <a:pt x="113629" y="433327"/>
                      <a:pt x="167647" y="453376"/>
                      <a:pt x="224848" y="474610"/>
                    </a:cubicBezTo>
                    <a:cubicBezTo>
                      <a:pt x="287603" y="497910"/>
                      <a:pt x="352254" y="522024"/>
                      <a:pt x="405492" y="507054"/>
                    </a:cubicBezTo>
                    <a:cubicBezTo>
                      <a:pt x="394472" y="565952"/>
                      <a:pt x="427455" y="624226"/>
                      <a:pt x="483623" y="645095"/>
                    </a:cubicBezTo>
                    <a:cubicBezTo>
                      <a:pt x="473293" y="669716"/>
                      <a:pt x="443559" y="735892"/>
                      <a:pt x="399938" y="793567"/>
                    </a:cubicBezTo>
                    <a:lnTo>
                      <a:pt x="416127" y="805826"/>
                    </a:lnTo>
                    <a:cubicBezTo>
                      <a:pt x="463066" y="743749"/>
                      <a:pt x="493681" y="674187"/>
                      <a:pt x="503367" y="650615"/>
                    </a:cubicBezTo>
                    <a:cubicBezTo>
                      <a:pt x="511034" y="652099"/>
                      <a:pt x="518824" y="652847"/>
                      <a:pt x="526633" y="652851"/>
                    </a:cubicBezTo>
                    <a:cubicBezTo>
                      <a:pt x="531602" y="652837"/>
                      <a:pt x="536567" y="652532"/>
                      <a:pt x="541501" y="651936"/>
                    </a:cubicBezTo>
                    <a:cubicBezTo>
                      <a:pt x="584037" y="683534"/>
                      <a:pt x="595078" y="754417"/>
                      <a:pt x="605848" y="823031"/>
                    </a:cubicBezTo>
                    <a:cubicBezTo>
                      <a:pt x="616008" y="887614"/>
                      <a:pt x="625321" y="948608"/>
                      <a:pt x="661626" y="974889"/>
                    </a:cubicBezTo>
                    <a:cubicBezTo>
                      <a:pt x="677239" y="986200"/>
                      <a:pt x="698676" y="991822"/>
                      <a:pt x="723297" y="991822"/>
                    </a:cubicBezTo>
                    <a:cubicBezTo>
                      <a:pt x="751820" y="991236"/>
                      <a:pt x="779970" y="985211"/>
                      <a:pt x="806237" y="974076"/>
                    </a:cubicBezTo>
                    <a:cubicBezTo>
                      <a:pt x="913255" y="930523"/>
                      <a:pt x="990505" y="827738"/>
                      <a:pt x="1012823" y="699045"/>
                    </a:cubicBezTo>
                    <a:cubicBezTo>
                      <a:pt x="1022441" y="643673"/>
                      <a:pt x="1012180" y="597987"/>
                      <a:pt x="982343" y="563205"/>
                    </a:cubicBezTo>
                    <a:cubicBezTo>
                      <a:pt x="924770" y="496251"/>
                      <a:pt x="807456" y="484161"/>
                      <a:pt x="719165" y="485922"/>
                    </a:cubicBezTo>
                    <a:close/>
                    <a:moveTo>
                      <a:pt x="423713" y="529711"/>
                    </a:moveTo>
                    <a:cubicBezTo>
                      <a:pt x="423692" y="472853"/>
                      <a:pt x="469775" y="426743"/>
                      <a:pt x="526633" y="426723"/>
                    </a:cubicBezTo>
                    <a:cubicBezTo>
                      <a:pt x="583492" y="426702"/>
                      <a:pt x="629602" y="472785"/>
                      <a:pt x="629622" y="529644"/>
                    </a:cubicBezTo>
                    <a:cubicBezTo>
                      <a:pt x="629642" y="586502"/>
                      <a:pt x="583560" y="632612"/>
                      <a:pt x="526701" y="632632"/>
                    </a:cubicBezTo>
                    <a:cubicBezTo>
                      <a:pt x="526678" y="632632"/>
                      <a:pt x="526657" y="632632"/>
                      <a:pt x="526633" y="632632"/>
                    </a:cubicBezTo>
                    <a:cubicBezTo>
                      <a:pt x="469815" y="632575"/>
                      <a:pt x="423770" y="586529"/>
                      <a:pt x="423713" y="529711"/>
                    </a:cubicBezTo>
                    <a:close/>
                  </a:path>
                </a:pathLst>
              </a:custGeom>
              <a:grpFill/>
              <a:ln w="33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E42A8451-20D3-122E-B921-56F8093D015E}"/>
                </a:ext>
              </a:extLst>
            </p:cNvPr>
            <p:cNvSpPr/>
            <p:nvPr/>
          </p:nvSpPr>
          <p:spPr>
            <a:xfrm>
              <a:off x="10131378" y="1448309"/>
              <a:ext cx="307648" cy="290557"/>
            </a:xfrm>
            <a:prstGeom prst="ellips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108000" tIns="108000" rIns="108000" bIns="108000" rtlCol="0" anchor="ctr"/>
            <a:lstStyle/>
            <a:p>
              <a:pPr marL="180000" marR="0" lvl="0" indent="-180000" defTabSz="914400" eaLnBrk="1" fontAlgn="auto" latinLnBrk="0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179C7D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8" name="Gerader Verbinder 197">
              <a:extLst>
                <a:ext uri="{FF2B5EF4-FFF2-40B4-BE49-F238E27FC236}">
                  <a16:creationId xmlns:a16="http://schemas.microsoft.com/office/drawing/2014/main" id="{F8B00765-A746-0C7D-4F19-CCA4730FDD35}"/>
                </a:ext>
              </a:extLst>
            </p:cNvPr>
            <p:cNvCxnSpPr>
              <a:cxnSpLocks/>
            </p:cNvCxnSpPr>
            <p:nvPr/>
          </p:nvCxnSpPr>
          <p:spPr>
            <a:xfrm>
              <a:off x="10489100" y="1409854"/>
              <a:ext cx="0" cy="3674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Gerader Verbinder 198">
              <a:extLst>
                <a:ext uri="{FF2B5EF4-FFF2-40B4-BE49-F238E27FC236}">
                  <a16:creationId xmlns:a16="http://schemas.microsoft.com/office/drawing/2014/main" id="{7095E534-C9C4-29E7-C6B0-BB9C8F684D1A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4" y="1448309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Gerader Verbinder 199">
              <a:extLst>
                <a:ext uri="{FF2B5EF4-FFF2-40B4-BE49-F238E27FC236}">
                  <a16:creationId xmlns:a16="http://schemas.microsoft.com/office/drawing/2014/main" id="{17ECE51A-6FC8-C0B7-BFA8-6A836CB591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3" y="1493022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Gerader Verbinder 200">
              <a:extLst>
                <a:ext uri="{FF2B5EF4-FFF2-40B4-BE49-F238E27FC236}">
                  <a16:creationId xmlns:a16="http://schemas.microsoft.com/office/drawing/2014/main" id="{9768467F-C9F0-BAFF-074A-2FDB7B05981C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033" y="1471079"/>
              <a:ext cx="90889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02" name="Textfeld 201">
              <a:extLst>
                <a:ext uri="{FF2B5EF4-FFF2-40B4-BE49-F238E27FC236}">
                  <a16:creationId xmlns:a16="http://schemas.microsoft.com/office/drawing/2014/main" id="{0853B7D9-FF89-2A00-97ED-0996D5DEBB63}"/>
                </a:ext>
              </a:extLst>
            </p:cNvPr>
            <p:cNvSpPr txBox="1"/>
            <p:nvPr/>
          </p:nvSpPr>
          <p:spPr>
            <a:xfrm>
              <a:off x="9540740" y="1301940"/>
              <a:ext cx="859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HP</a:t>
              </a:r>
            </a:p>
          </p:txBody>
        </p:sp>
      </p:grpSp>
      <p:sp>
        <p:nvSpPr>
          <p:cNvPr id="258" name="Textfeld 257">
            <a:extLst>
              <a:ext uri="{FF2B5EF4-FFF2-40B4-BE49-F238E27FC236}">
                <a16:creationId xmlns:a16="http://schemas.microsoft.com/office/drawing/2014/main" id="{1A3A7B10-5136-8160-19B1-E357279CDB9E}"/>
              </a:ext>
            </a:extLst>
          </p:cNvPr>
          <p:cNvSpPr txBox="1"/>
          <p:nvPr/>
        </p:nvSpPr>
        <p:spPr>
          <a:xfrm>
            <a:off x="8353661" y="3595324"/>
            <a:ext cx="3834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topolpgy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resolution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thermo-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9" name="Picture 2" descr="Python (programming language) - Wikipedia">
            <a:extLst>
              <a:ext uri="{FF2B5EF4-FFF2-40B4-BE49-F238E27FC236}">
                <a16:creationId xmlns:a16="http://schemas.microsoft.com/office/drawing/2014/main" id="{0CECF93F-0BBA-836F-93AE-7A91C983A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16" y="776005"/>
            <a:ext cx="299849" cy="29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Picture 4" descr="Pyomo">
            <a:extLst>
              <a:ext uri="{FF2B5EF4-FFF2-40B4-BE49-F238E27FC236}">
                <a16:creationId xmlns:a16="http://schemas.microsoft.com/office/drawing/2014/main" id="{D57D7955-E0BC-B66C-61C8-71D811424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0"/>
          <a:stretch>
            <a:fillRect/>
          </a:stretch>
        </p:blipFill>
        <p:spPr bwMode="auto">
          <a:xfrm>
            <a:off x="-2902" y="932125"/>
            <a:ext cx="555293" cy="60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1" name="Rechteck 260">
            <a:extLst>
              <a:ext uri="{FF2B5EF4-FFF2-40B4-BE49-F238E27FC236}">
                <a16:creationId xmlns:a16="http://schemas.microsoft.com/office/drawing/2014/main" id="{AA75C939-FD89-798F-8B27-EC8C13D47C71}"/>
              </a:ext>
            </a:extLst>
          </p:cNvPr>
          <p:cNvSpPr/>
          <p:nvPr/>
        </p:nvSpPr>
        <p:spPr>
          <a:xfrm>
            <a:off x="6395762" y="6862206"/>
            <a:ext cx="714376" cy="921192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62" name="Rechteck 261">
            <a:extLst>
              <a:ext uri="{FF2B5EF4-FFF2-40B4-BE49-F238E27FC236}">
                <a16:creationId xmlns:a16="http://schemas.microsoft.com/office/drawing/2014/main" id="{4297E651-DFCE-1297-FE19-27C82B868AFA}"/>
              </a:ext>
            </a:extLst>
          </p:cNvPr>
          <p:cNvSpPr/>
          <p:nvPr/>
        </p:nvSpPr>
        <p:spPr>
          <a:xfrm>
            <a:off x="5046910" y="6880367"/>
            <a:ext cx="714376" cy="907972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63" name="Rechteck 262">
            <a:extLst>
              <a:ext uri="{FF2B5EF4-FFF2-40B4-BE49-F238E27FC236}">
                <a16:creationId xmlns:a16="http://schemas.microsoft.com/office/drawing/2014/main" id="{3E7F7457-FA36-A24D-9365-B34BA50C18DD}"/>
              </a:ext>
            </a:extLst>
          </p:cNvPr>
          <p:cNvSpPr/>
          <p:nvPr/>
        </p:nvSpPr>
        <p:spPr>
          <a:xfrm>
            <a:off x="3761896" y="6891609"/>
            <a:ext cx="714376" cy="896730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A59B0357-F99A-C9A5-AB7B-09211E4C3177}"/>
              </a:ext>
            </a:extLst>
          </p:cNvPr>
          <p:cNvSpPr/>
          <p:nvPr/>
        </p:nvSpPr>
        <p:spPr>
          <a:xfrm>
            <a:off x="2468712" y="7016147"/>
            <a:ext cx="714376" cy="762254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cxnSp>
        <p:nvCxnSpPr>
          <p:cNvPr id="265" name="Gerade Verbindung mit Pfeil 264">
            <a:extLst>
              <a:ext uri="{FF2B5EF4-FFF2-40B4-BE49-F238E27FC236}">
                <a16:creationId xmlns:a16="http://schemas.microsoft.com/office/drawing/2014/main" id="{BDAA7B2A-C01E-16F2-6C89-23268720B955}"/>
              </a:ext>
            </a:extLst>
          </p:cNvPr>
          <p:cNvCxnSpPr>
            <a:cxnSpLocks/>
          </p:cNvCxnSpPr>
          <p:nvPr/>
        </p:nvCxnSpPr>
        <p:spPr>
          <a:xfrm flipV="1">
            <a:off x="2100040" y="7017567"/>
            <a:ext cx="368300" cy="28892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66" name="Textfeld 265">
            <a:extLst>
              <a:ext uri="{FF2B5EF4-FFF2-40B4-BE49-F238E27FC236}">
                <a16:creationId xmlns:a16="http://schemas.microsoft.com/office/drawing/2014/main" id="{25CD5C5E-8DF7-C8C0-C026-BEE4F056E0E6}"/>
              </a:ext>
            </a:extLst>
          </p:cNvPr>
          <p:cNvSpPr txBox="1"/>
          <p:nvPr/>
        </p:nvSpPr>
        <p:spPr>
          <a:xfrm>
            <a:off x="2266915" y="6680208"/>
            <a:ext cx="1117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+ 10,5%</a:t>
            </a:r>
          </a:p>
        </p:txBody>
      </p:sp>
      <p:sp>
        <p:nvSpPr>
          <p:cNvPr id="267" name="Textfeld 266">
            <a:extLst>
              <a:ext uri="{FF2B5EF4-FFF2-40B4-BE49-F238E27FC236}">
                <a16:creationId xmlns:a16="http://schemas.microsoft.com/office/drawing/2014/main" id="{2224B3A0-DA3F-A6D9-D4F7-99863121BC8E}"/>
              </a:ext>
            </a:extLst>
          </p:cNvPr>
          <p:cNvSpPr txBox="1"/>
          <p:nvPr/>
        </p:nvSpPr>
        <p:spPr>
          <a:xfrm>
            <a:off x="3513298" y="6539435"/>
            <a:ext cx="1214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+ 13,0%</a:t>
            </a:r>
          </a:p>
        </p:txBody>
      </p:sp>
      <p:sp>
        <p:nvSpPr>
          <p:cNvPr id="268" name="Textfeld 267">
            <a:extLst>
              <a:ext uri="{FF2B5EF4-FFF2-40B4-BE49-F238E27FC236}">
                <a16:creationId xmlns:a16="http://schemas.microsoft.com/office/drawing/2014/main" id="{8DFCAA67-305C-E4B6-6EB3-5B82615D966D}"/>
              </a:ext>
            </a:extLst>
          </p:cNvPr>
          <p:cNvSpPr txBox="1"/>
          <p:nvPr/>
        </p:nvSpPr>
        <p:spPr>
          <a:xfrm>
            <a:off x="4700284" y="6539435"/>
            <a:ext cx="1310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+ 13,1%</a:t>
            </a:r>
          </a:p>
        </p:txBody>
      </p:sp>
      <p:sp>
        <p:nvSpPr>
          <p:cNvPr id="269" name="Textfeld 268">
            <a:extLst>
              <a:ext uri="{FF2B5EF4-FFF2-40B4-BE49-F238E27FC236}">
                <a16:creationId xmlns:a16="http://schemas.microsoft.com/office/drawing/2014/main" id="{B71AD2FA-27E8-EE1D-0500-5A9B826E1549}"/>
              </a:ext>
            </a:extLst>
          </p:cNvPr>
          <p:cNvSpPr txBox="1"/>
          <p:nvPr/>
        </p:nvSpPr>
        <p:spPr>
          <a:xfrm>
            <a:off x="6193565" y="6501335"/>
            <a:ext cx="1162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+ 13,5%</a:t>
            </a:r>
          </a:p>
        </p:txBody>
      </p:sp>
      <p:pic>
        <p:nvPicPr>
          <p:cNvPr id="270" name="Grafik 269" descr="Cloud Silhouette">
            <a:extLst>
              <a:ext uri="{FF2B5EF4-FFF2-40B4-BE49-F238E27FC236}">
                <a16:creationId xmlns:a16="http://schemas.microsoft.com/office/drawing/2014/main" id="{947DA57B-B656-B5F8-3156-2522A385E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893" y="6852862"/>
            <a:ext cx="914400" cy="914400"/>
          </a:xfrm>
          <a:prstGeom prst="rect">
            <a:avLst/>
          </a:prstGeom>
        </p:spPr>
      </p:pic>
      <p:sp>
        <p:nvSpPr>
          <p:cNvPr id="271" name="Textfeld 270">
            <a:extLst>
              <a:ext uri="{FF2B5EF4-FFF2-40B4-BE49-F238E27FC236}">
                <a16:creationId xmlns:a16="http://schemas.microsoft.com/office/drawing/2014/main" id="{0F75E535-2313-4918-D622-7EFC2B49FCFE}"/>
              </a:ext>
            </a:extLst>
          </p:cNvPr>
          <p:cNvSpPr txBox="1"/>
          <p:nvPr/>
        </p:nvSpPr>
        <p:spPr>
          <a:xfrm>
            <a:off x="1269940" y="7177941"/>
            <a:ext cx="1117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de-DE" sz="14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de-DE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Textfeld 271">
            <a:extLst>
              <a:ext uri="{FF2B5EF4-FFF2-40B4-BE49-F238E27FC236}">
                <a16:creationId xmlns:a16="http://schemas.microsoft.com/office/drawing/2014/main" id="{7FDA45FE-D710-1E28-90C4-4E32E6B5D3F0}"/>
              </a:ext>
            </a:extLst>
          </p:cNvPr>
          <p:cNvSpPr txBox="1"/>
          <p:nvPr/>
        </p:nvSpPr>
        <p:spPr>
          <a:xfrm>
            <a:off x="744947" y="6538277"/>
            <a:ext cx="17221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 t CO</a:t>
            </a:r>
            <a:r>
              <a:rPr lang="de-DE" sz="16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de-DE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underestimated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73" name="Gerader Verbinder 272">
            <a:extLst>
              <a:ext uri="{FF2B5EF4-FFF2-40B4-BE49-F238E27FC236}">
                <a16:creationId xmlns:a16="http://schemas.microsoft.com/office/drawing/2014/main" id="{4651D867-D0FA-CE6D-1E16-CA477D1D77BE}"/>
              </a:ext>
            </a:extLst>
          </p:cNvPr>
          <p:cNvCxnSpPr>
            <a:cxnSpLocks/>
          </p:cNvCxnSpPr>
          <p:nvPr/>
        </p:nvCxnSpPr>
        <p:spPr>
          <a:xfrm flipV="1">
            <a:off x="1445990" y="7514006"/>
            <a:ext cx="384991" cy="27826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74" name="Rechteck 273">
            <a:extLst>
              <a:ext uri="{FF2B5EF4-FFF2-40B4-BE49-F238E27FC236}">
                <a16:creationId xmlns:a16="http://schemas.microsoft.com/office/drawing/2014/main" id="{14813164-ACF8-AA78-A167-43ACD58F32BA}"/>
              </a:ext>
            </a:extLst>
          </p:cNvPr>
          <p:cNvSpPr/>
          <p:nvPr/>
        </p:nvSpPr>
        <p:spPr>
          <a:xfrm>
            <a:off x="-2903" y="-27746"/>
            <a:ext cx="12758465" cy="544780"/>
          </a:xfrm>
          <a:prstGeom prst="rect">
            <a:avLst/>
          </a:prstGeom>
          <a:solidFill>
            <a:sysClr val="windowText" lastClr="000000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0" marR="0" lvl="0" indent="0" algn="ctr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60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Topology Resolution Dominates Dispatch Accuracy in District Heating Networks with industrial loads: </a:t>
            </a:r>
          </a:p>
          <a:p>
            <a:pPr marL="0" marR="0" lvl="0" indent="0" algn="ctr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600"/>
              </a:spcAft>
              <a:buClr>
                <a:srgbClr val="179C7D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Five-Level MILP Comparison</a:t>
            </a:r>
            <a:endParaRPr kumimoji="0" lang="de-DE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8FD6DAD5-2CAE-2F3E-B14E-038C9901F2E6}"/>
              </a:ext>
            </a:extLst>
          </p:cNvPr>
          <p:cNvCxnSpPr>
            <a:cxnSpLocks/>
          </p:cNvCxnSpPr>
          <p:nvPr/>
        </p:nvCxnSpPr>
        <p:spPr>
          <a:xfrm>
            <a:off x="2721" y="8153236"/>
            <a:ext cx="12170229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76" name="Textfeld 275">
            <a:extLst>
              <a:ext uri="{FF2B5EF4-FFF2-40B4-BE49-F238E27FC236}">
                <a16:creationId xmlns:a16="http://schemas.microsoft.com/office/drawing/2014/main" id="{68811C23-6760-94BA-3D4B-AAB80575FC65}"/>
              </a:ext>
            </a:extLst>
          </p:cNvPr>
          <p:cNvSpPr txBox="1"/>
          <p:nvPr/>
        </p:nvSpPr>
        <p:spPr>
          <a:xfrm>
            <a:off x="7648355" y="5765708"/>
            <a:ext cx="454364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 </a:t>
            </a:r>
          </a:p>
          <a:p>
            <a:pPr>
              <a:spcAft>
                <a:spcPts val="600"/>
              </a:spcAft>
            </a:pP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isolated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DH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dispatch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thermo-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Casestudy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heating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(12MW, 8760h) and 36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topology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dominates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thermo-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hydraulics</a:t>
            </a:r>
            <a:endParaRPr lang="de-DE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Copperplate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underestimate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13%</a:t>
            </a:r>
          </a:p>
        </p:txBody>
      </p:sp>
      <p:cxnSp>
        <p:nvCxnSpPr>
          <p:cNvPr id="277" name="Gerader Verbinder 276">
            <a:extLst>
              <a:ext uri="{FF2B5EF4-FFF2-40B4-BE49-F238E27FC236}">
                <a16:creationId xmlns:a16="http://schemas.microsoft.com/office/drawing/2014/main" id="{0F7A6A09-E421-01D3-32AF-00F1B02B009A}"/>
              </a:ext>
            </a:extLst>
          </p:cNvPr>
          <p:cNvCxnSpPr>
            <a:cxnSpLocks/>
          </p:cNvCxnSpPr>
          <p:nvPr/>
        </p:nvCxnSpPr>
        <p:spPr>
          <a:xfrm>
            <a:off x="998" y="5766000"/>
            <a:ext cx="12191002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8" name="Gerader Verbinder 277">
            <a:extLst>
              <a:ext uri="{FF2B5EF4-FFF2-40B4-BE49-F238E27FC236}">
                <a16:creationId xmlns:a16="http://schemas.microsoft.com/office/drawing/2014/main" id="{9CCC2156-DB90-8090-FE20-6B278E438A39}"/>
              </a:ext>
            </a:extLst>
          </p:cNvPr>
          <p:cNvCxnSpPr>
            <a:cxnSpLocks/>
          </p:cNvCxnSpPr>
          <p:nvPr/>
        </p:nvCxnSpPr>
        <p:spPr>
          <a:xfrm>
            <a:off x="3969364" y="367657"/>
            <a:ext cx="0" cy="378000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9" name="Gerader Verbinder 278">
            <a:extLst>
              <a:ext uri="{FF2B5EF4-FFF2-40B4-BE49-F238E27FC236}">
                <a16:creationId xmlns:a16="http://schemas.microsoft.com/office/drawing/2014/main" id="{61BF079E-2438-7B01-F87E-A104C48E85BB}"/>
              </a:ext>
            </a:extLst>
          </p:cNvPr>
          <p:cNvCxnSpPr>
            <a:cxnSpLocks/>
          </p:cNvCxnSpPr>
          <p:nvPr/>
        </p:nvCxnSpPr>
        <p:spPr>
          <a:xfrm>
            <a:off x="8358670" y="370466"/>
            <a:ext cx="0" cy="378000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80" name="Gleichschenkliges Dreieck 279">
            <a:extLst>
              <a:ext uri="{FF2B5EF4-FFF2-40B4-BE49-F238E27FC236}">
                <a16:creationId xmlns:a16="http://schemas.microsoft.com/office/drawing/2014/main" id="{56D5D0D1-1B5E-2B59-CD42-B3BF4398D775}"/>
              </a:ext>
            </a:extLst>
          </p:cNvPr>
          <p:cNvSpPr/>
          <p:nvPr/>
        </p:nvSpPr>
        <p:spPr>
          <a:xfrm rot="5400000">
            <a:off x="3008673" y="2225434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281" name="Tabelle 280">
            <a:extLst>
              <a:ext uri="{FF2B5EF4-FFF2-40B4-BE49-F238E27FC236}">
                <a16:creationId xmlns:a16="http://schemas.microsoft.com/office/drawing/2014/main" id="{407ADCF7-7785-5D21-68DF-2A6877F38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744940"/>
              </p:ext>
            </p:extLst>
          </p:nvPr>
        </p:nvGraphicFramePr>
        <p:xfrm>
          <a:off x="828136" y="7791797"/>
          <a:ext cx="6624900" cy="370840"/>
        </p:xfrm>
        <a:graphic>
          <a:graphicData uri="http://schemas.openxmlformats.org/drawingml/2006/table">
            <a:tbl>
              <a:tblPr firstRow="1" bandRow="1"/>
              <a:tblGrid>
                <a:gridCol w="1324980">
                  <a:extLst>
                    <a:ext uri="{9D8B030D-6E8A-4147-A177-3AD203B41FA5}">
                      <a16:colId xmlns:a16="http://schemas.microsoft.com/office/drawing/2014/main" val="3717300826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3622427141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2653270280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1358291402"/>
                    </a:ext>
                  </a:extLst>
                </a:gridCol>
                <a:gridCol w="1324980">
                  <a:extLst>
                    <a:ext uri="{9D8B030D-6E8A-4147-A177-3AD203B41FA5}">
                      <a16:colId xmlns:a16="http://schemas.microsoft.com/office/drawing/2014/main" val="225348079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  <a:r>
                        <a:rPr lang="de-DE" sz="1800" b="1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dirty="0"/>
                        <a:t>L3</a:t>
                      </a:r>
                      <a:r>
                        <a:rPr lang="de-DE" baseline="30000" dirty="0"/>
                        <a:t>NL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104271"/>
                  </a:ext>
                </a:extLst>
              </a:tr>
            </a:tbl>
          </a:graphicData>
        </a:graphic>
      </p:graphicFrame>
      <p:cxnSp>
        <p:nvCxnSpPr>
          <p:cNvPr id="282" name="Gerade Verbindung mit Pfeil 281">
            <a:extLst>
              <a:ext uri="{FF2B5EF4-FFF2-40B4-BE49-F238E27FC236}">
                <a16:creationId xmlns:a16="http://schemas.microsoft.com/office/drawing/2014/main" id="{2BBA2657-E9E1-805A-BF7C-40470F6EAB40}"/>
              </a:ext>
            </a:extLst>
          </p:cNvPr>
          <p:cNvCxnSpPr/>
          <p:nvPr/>
        </p:nvCxnSpPr>
        <p:spPr>
          <a:xfrm flipV="1">
            <a:off x="839456" y="6414317"/>
            <a:ext cx="0" cy="13716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pic>
        <p:nvPicPr>
          <p:cNvPr id="283" name="Grafik 282">
            <a:extLst>
              <a:ext uri="{FF2B5EF4-FFF2-40B4-BE49-F238E27FC236}">
                <a16:creationId xmlns:a16="http://schemas.microsoft.com/office/drawing/2014/main" id="{A26BE1FA-9FDF-C282-8297-61521D65F47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55" y="6343875"/>
            <a:ext cx="676369" cy="1619476"/>
          </a:xfrm>
          <a:prstGeom prst="rect">
            <a:avLst/>
          </a:prstGeom>
        </p:spPr>
      </p:pic>
      <p:sp>
        <p:nvSpPr>
          <p:cNvPr id="284" name="Textfeld 283">
            <a:extLst>
              <a:ext uri="{FF2B5EF4-FFF2-40B4-BE49-F238E27FC236}">
                <a16:creationId xmlns:a16="http://schemas.microsoft.com/office/drawing/2014/main" id="{1C602243-BCCE-BBBF-680C-9208686652D0}"/>
              </a:ext>
            </a:extLst>
          </p:cNvPr>
          <p:cNvSpPr txBox="1"/>
          <p:nvPr/>
        </p:nvSpPr>
        <p:spPr>
          <a:xfrm>
            <a:off x="870186" y="6108960"/>
            <a:ext cx="65169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cumulative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deviation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1600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L1</a:t>
            </a:r>
          </a:p>
        </p:txBody>
      </p:sp>
      <p:sp>
        <p:nvSpPr>
          <p:cNvPr id="285" name="Gleichschenkliges Dreieck 284">
            <a:extLst>
              <a:ext uri="{FF2B5EF4-FFF2-40B4-BE49-F238E27FC236}">
                <a16:creationId xmlns:a16="http://schemas.microsoft.com/office/drawing/2014/main" id="{33F864A9-D179-53AF-E7B6-F69E272003E0}"/>
              </a:ext>
            </a:extLst>
          </p:cNvPr>
          <p:cNvSpPr/>
          <p:nvPr/>
        </p:nvSpPr>
        <p:spPr>
          <a:xfrm rot="5400000">
            <a:off x="7405059" y="2202126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86" name="Gleichschenkliges Dreieck 285">
            <a:extLst>
              <a:ext uri="{FF2B5EF4-FFF2-40B4-BE49-F238E27FC236}">
                <a16:creationId xmlns:a16="http://schemas.microsoft.com/office/drawing/2014/main" id="{CF2AA696-FA58-0EB8-5B1C-05A463DADDAF}"/>
              </a:ext>
            </a:extLst>
          </p:cNvPr>
          <p:cNvSpPr/>
          <p:nvPr/>
        </p:nvSpPr>
        <p:spPr>
          <a:xfrm rot="10800000">
            <a:off x="3009552" y="5769713"/>
            <a:ext cx="2219063" cy="282288"/>
          </a:xfrm>
          <a:prstGeom prst="triangle">
            <a:avLst/>
          </a:prstGeom>
          <a:solidFill>
            <a:srgbClr val="0000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43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4410-2D31-1237-4E95-6D78007B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8D1F75B4-2B5A-A9DF-CFE8-DFE8E576B9C1}"/>
              </a:ext>
            </a:extLst>
          </p:cNvPr>
          <p:cNvSpPr/>
          <p:nvPr/>
        </p:nvSpPr>
        <p:spPr>
          <a:xfrm rot="5400000">
            <a:off x="2214700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97" name="Gleichschenkliges Dreieck 296">
            <a:extLst>
              <a:ext uri="{FF2B5EF4-FFF2-40B4-BE49-F238E27FC236}">
                <a16:creationId xmlns:a16="http://schemas.microsoft.com/office/drawing/2014/main" id="{77FC43A5-A9E2-9A44-302C-BC642B5008B8}"/>
              </a:ext>
            </a:extLst>
          </p:cNvPr>
          <p:cNvSpPr/>
          <p:nvPr/>
        </p:nvSpPr>
        <p:spPr>
          <a:xfrm rot="5400000">
            <a:off x="5399870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301" name="Gleichschenkliges Dreieck 300">
            <a:extLst>
              <a:ext uri="{FF2B5EF4-FFF2-40B4-BE49-F238E27FC236}">
                <a16:creationId xmlns:a16="http://schemas.microsoft.com/office/drawing/2014/main" id="{693465C7-3BA0-BC9E-CA16-4D6F268B46DA}"/>
              </a:ext>
            </a:extLst>
          </p:cNvPr>
          <p:cNvSpPr/>
          <p:nvPr/>
        </p:nvSpPr>
        <p:spPr>
          <a:xfrm rot="5400000">
            <a:off x="8594564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FB9AEECA-C08B-F113-F78B-2BA385897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58273"/>
              </p:ext>
            </p:extLst>
          </p:nvPr>
        </p:nvGraphicFramePr>
        <p:xfrm>
          <a:off x="6622" y="500033"/>
          <a:ext cx="12744000" cy="3626202"/>
        </p:xfrm>
        <a:graphic>
          <a:graphicData uri="http://schemas.openxmlformats.org/drawingml/2006/table">
            <a:tbl>
              <a:tblPr firstRow="1" bandRow="1"/>
              <a:tblGrid>
                <a:gridCol w="3186000">
                  <a:extLst>
                    <a:ext uri="{9D8B030D-6E8A-4147-A177-3AD203B41FA5}">
                      <a16:colId xmlns:a16="http://schemas.microsoft.com/office/drawing/2014/main" val="341788061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098570312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522819425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931841109"/>
                    </a:ext>
                  </a:extLst>
                </a:gridCol>
              </a:tblGrid>
              <a:tr h="12735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 - Copperplate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ZN - 7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aggregated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Zones</a:t>
                      </a:r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L1/L2/L3 - 15 Nodes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L4/L5/L6 - 174 </a:t>
                      </a:r>
                      <a:r>
                        <a:rPr lang="de-DE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Stations</a:t>
                      </a:r>
                      <a:endParaRPr lang="de-DE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83230"/>
                  </a:ext>
                </a:extLst>
              </a:tr>
              <a:tr h="1176329"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120668"/>
                  </a:ext>
                </a:extLst>
              </a:tr>
              <a:tr h="1176329"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945108"/>
                  </a:ext>
                </a:extLst>
              </a:tr>
            </a:tbl>
          </a:graphicData>
        </a:graphic>
      </p:graphicFrame>
      <p:sp>
        <p:nvSpPr>
          <p:cNvPr id="274" name="Rechteck 273">
            <a:extLst>
              <a:ext uri="{FF2B5EF4-FFF2-40B4-BE49-F238E27FC236}">
                <a16:creationId xmlns:a16="http://schemas.microsoft.com/office/drawing/2014/main" id="{89DB2C19-923C-DC23-6511-95E451A0F441}"/>
              </a:ext>
            </a:extLst>
          </p:cNvPr>
          <p:cNvSpPr/>
          <p:nvPr/>
        </p:nvSpPr>
        <p:spPr>
          <a:xfrm>
            <a:off x="-2903" y="-27747"/>
            <a:ext cx="12754800" cy="537459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lvl="0" algn="ctr" defTabSz="914400">
              <a:lnSpc>
                <a:spcPts val="2100"/>
              </a:lnSpc>
              <a:spcAft>
                <a:spcPts val="600"/>
              </a:spcAft>
              <a:buClr>
                <a:srgbClr val="179C7D"/>
              </a:buClr>
              <a:defRPr/>
            </a:pPr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Estimation Bias versus Decision Regret in industrial District-Heating Dispatch </a:t>
            </a:r>
            <a:r>
              <a:rPr lang="en-US" b="1" kern="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kumimoji="0" lang="de-DE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8E25B7C-2E5F-8BC9-9C33-E7E77D8A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9" y="976938"/>
            <a:ext cx="2996708" cy="2076253"/>
          </a:xfrm>
          <a:prstGeom prst="rect">
            <a:avLst/>
          </a:prstGeom>
        </p:spPr>
      </p:pic>
      <p:pic>
        <p:nvPicPr>
          <p:cNvPr id="287" name="Grafik 286">
            <a:extLst>
              <a:ext uri="{FF2B5EF4-FFF2-40B4-BE49-F238E27FC236}">
                <a16:creationId xmlns:a16="http://schemas.microsoft.com/office/drawing/2014/main" id="{CE6F4558-1606-E307-75B4-D0954A25C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74155" y="976938"/>
            <a:ext cx="2460871" cy="2187441"/>
          </a:xfrm>
          <a:prstGeom prst="rect">
            <a:avLst/>
          </a:prstGeom>
        </p:spPr>
      </p:pic>
      <p:pic>
        <p:nvPicPr>
          <p:cNvPr id="289" name="Grafik 288">
            <a:extLst>
              <a:ext uri="{FF2B5EF4-FFF2-40B4-BE49-F238E27FC236}">
                <a16:creationId xmlns:a16="http://schemas.microsoft.com/office/drawing/2014/main" id="{6F9E0380-9473-9091-5B56-3CBD2E60E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27488" y="976938"/>
            <a:ext cx="2347030" cy="2355453"/>
          </a:xfrm>
          <a:prstGeom prst="rect">
            <a:avLst/>
          </a:prstGeom>
        </p:spPr>
      </p:pic>
      <p:pic>
        <p:nvPicPr>
          <p:cNvPr id="291" name="Grafik 290">
            <a:extLst>
              <a:ext uri="{FF2B5EF4-FFF2-40B4-BE49-F238E27FC236}">
                <a16:creationId xmlns:a16="http://schemas.microsoft.com/office/drawing/2014/main" id="{B0158340-D9FB-D002-C7D0-E44BCA5E8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661" y="976938"/>
            <a:ext cx="2517220" cy="2463662"/>
          </a:xfrm>
          <a:prstGeom prst="rect">
            <a:avLst/>
          </a:prstGeom>
        </p:spPr>
      </p:pic>
      <p:pic>
        <p:nvPicPr>
          <p:cNvPr id="260" name="Picture 4" descr="Pyomo">
            <a:extLst>
              <a:ext uri="{FF2B5EF4-FFF2-40B4-BE49-F238E27FC236}">
                <a16:creationId xmlns:a16="http://schemas.microsoft.com/office/drawing/2014/main" id="{5AFEB7DF-A94B-3C49-7FC2-000A215B5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0"/>
          <a:stretch>
            <a:fillRect/>
          </a:stretch>
        </p:blipFill>
        <p:spPr bwMode="auto">
          <a:xfrm>
            <a:off x="72755" y="33935"/>
            <a:ext cx="359497" cy="39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4" name="Rechteck 303">
            <a:extLst>
              <a:ext uri="{FF2B5EF4-FFF2-40B4-BE49-F238E27FC236}">
                <a16:creationId xmlns:a16="http://schemas.microsoft.com/office/drawing/2014/main" id="{A62B0681-6101-8AD0-7DF5-1AC51614BB10}"/>
              </a:ext>
            </a:extLst>
          </p:cNvPr>
          <p:cNvSpPr/>
          <p:nvPr/>
        </p:nvSpPr>
        <p:spPr>
          <a:xfrm>
            <a:off x="-2903" y="4126235"/>
            <a:ext cx="12754800" cy="9315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Key </a:t>
            </a:r>
            <a:r>
              <a:rPr lang="de-DE" dirty="0" err="1">
                <a:solidFill>
                  <a:schemeClr val="tx1"/>
                </a:solidFill>
              </a:rPr>
              <a:t>Findings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Loss visibility, not spatial layout, is decisive: the copperplate-to-detailed cost gap is 95.8 % a loss effect and only 4.7 % a topology effect. On operating cost a </a:t>
            </a:r>
            <a:r>
              <a:rPr lang="en-US" dirty="0" err="1">
                <a:solidFill>
                  <a:schemeClr val="tx1"/>
                </a:solidFill>
              </a:rPr>
              <a:t>copperplatescores</a:t>
            </a:r>
            <a:r>
              <a:rPr lang="en-US" dirty="0">
                <a:solidFill>
                  <a:schemeClr val="tx1"/>
                </a:solidFill>
              </a:rPr>
              <a:t> -15.1 % against the detailed model, but +46.1 % once its schedule is run: a biased </a:t>
            </a:r>
            <a:r>
              <a:rPr lang="en-US" dirty="0" err="1">
                <a:solidFill>
                  <a:schemeClr val="tx1"/>
                </a:solidFill>
              </a:rPr>
              <a:t>estimatorand</a:t>
            </a:r>
            <a:r>
              <a:rPr lang="en-US" dirty="0">
                <a:solidFill>
                  <a:schemeClr val="tx1"/>
                </a:solidFill>
              </a:rPr>
              <a:t> an unreliable controller at once.</a:t>
            </a:r>
            <a:endParaRPr lang="de-DE" dirty="0">
              <a:solidFill>
                <a:schemeClr val="tx1"/>
              </a:solidFill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A787EC6-E316-0290-7F01-1FA3C72AEFCB}"/>
              </a:ext>
            </a:extLst>
          </p:cNvPr>
          <p:cNvGrpSpPr/>
          <p:nvPr/>
        </p:nvGrpSpPr>
        <p:grpSpPr>
          <a:xfrm>
            <a:off x="449789" y="3488224"/>
            <a:ext cx="12248623" cy="574447"/>
            <a:chOff x="449789" y="3440599"/>
            <a:chExt cx="12248623" cy="574447"/>
          </a:xfrm>
        </p:grpSpPr>
        <p:sp>
          <p:nvSpPr>
            <p:cNvPr id="25" name="Gleichschenkliges Dreieck 24">
              <a:extLst>
                <a:ext uri="{FF2B5EF4-FFF2-40B4-BE49-F238E27FC236}">
                  <a16:creationId xmlns:a16="http://schemas.microsoft.com/office/drawing/2014/main" id="{B81DA6B0-3969-4018-5E41-E96327625221}"/>
                </a:ext>
              </a:extLst>
            </p:cNvPr>
            <p:cNvSpPr/>
            <p:nvPr/>
          </p:nvSpPr>
          <p:spPr>
            <a:xfrm rot="5400000">
              <a:off x="9490890" y="3629025"/>
              <a:ext cx="198882" cy="17419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0DDE1D76-4FAC-CEAF-1CC6-7140D6523B94}"/>
                </a:ext>
              </a:extLst>
            </p:cNvPr>
            <p:cNvCxnSpPr>
              <a:stCxn id="2" idx="3"/>
              <a:endCxn id="18" idx="1"/>
            </p:cNvCxnSpPr>
            <p:nvPr/>
          </p:nvCxnSpPr>
          <p:spPr>
            <a:xfrm>
              <a:off x="1561156" y="3727823"/>
              <a:ext cx="10308892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34A4AE25-9246-3579-0E94-A923D36D9641}"/>
                </a:ext>
              </a:extLst>
            </p:cNvPr>
            <p:cNvSpPr/>
            <p:nvPr/>
          </p:nvSpPr>
          <p:spPr>
            <a:xfrm>
              <a:off x="449789" y="3440599"/>
              <a:ext cx="1111367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Loss </a:t>
              </a:r>
              <a:r>
                <a:rPr lang="de-DE" dirty="0" err="1">
                  <a:solidFill>
                    <a:schemeClr val="tx1"/>
                  </a:solidFill>
                </a:rPr>
                <a:t>visibility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4E96C13D-4C70-EC55-3AEE-FBFF4267F21B}"/>
                </a:ext>
              </a:extLst>
            </p:cNvPr>
            <p:cNvSpPr/>
            <p:nvPr/>
          </p:nvSpPr>
          <p:spPr>
            <a:xfrm>
              <a:off x="1709846" y="3440599"/>
              <a:ext cx="1111367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Spatial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topology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4D07EBC-9B21-5503-0AC5-1622EB8F4D26}"/>
                </a:ext>
              </a:extLst>
            </p:cNvPr>
            <p:cNvSpPr/>
            <p:nvPr/>
          </p:nvSpPr>
          <p:spPr>
            <a:xfrm>
              <a:off x="3742694" y="3440599"/>
              <a:ext cx="2019367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Loss and </a:t>
              </a:r>
              <a:r>
                <a:rPr lang="de-DE" dirty="0" err="1">
                  <a:solidFill>
                    <a:schemeClr val="tx1"/>
                  </a:solidFill>
                </a:rPr>
                <a:t>topology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interaction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0EEAF9D-59B7-A06D-DC25-30D7FC3955B8}"/>
                </a:ext>
              </a:extLst>
            </p:cNvPr>
            <p:cNvSpPr/>
            <p:nvPr/>
          </p:nvSpPr>
          <p:spPr>
            <a:xfrm>
              <a:off x="6541303" y="3440599"/>
              <a:ext cx="1413834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Tem.p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propagation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C0FB6D2-34BC-3ADF-F698-B6077A2930F6}"/>
                </a:ext>
              </a:extLst>
            </p:cNvPr>
            <p:cNvSpPr/>
            <p:nvPr/>
          </p:nvSpPr>
          <p:spPr>
            <a:xfrm>
              <a:off x="8057194" y="3440599"/>
              <a:ext cx="1343982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Pres. </a:t>
              </a:r>
              <a:r>
                <a:rPr lang="de-DE" dirty="0" err="1">
                  <a:solidFill>
                    <a:schemeClr val="tx1"/>
                  </a:solidFill>
                </a:rPr>
                <a:t>drop</a:t>
              </a:r>
              <a:r>
                <a:rPr lang="de-DE" dirty="0">
                  <a:solidFill>
                    <a:schemeClr val="tx1"/>
                  </a:solidFill>
                </a:rPr>
                <a:t> &amp; </a:t>
              </a:r>
              <a:r>
                <a:rPr lang="de-DE" dirty="0" err="1">
                  <a:solidFill>
                    <a:schemeClr val="tx1"/>
                  </a:solidFill>
                </a:rPr>
                <a:t>pumping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A1D5D2C-FE01-8932-3028-0EB85C96C760}"/>
                </a:ext>
              </a:extLst>
            </p:cNvPr>
            <p:cNvSpPr/>
            <p:nvPr/>
          </p:nvSpPr>
          <p:spPr>
            <a:xfrm>
              <a:off x="9620757" y="3440599"/>
              <a:ext cx="894843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Station </a:t>
              </a:r>
              <a:r>
                <a:rPr lang="de-DE" dirty="0" err="1">
                  <a:solidFill>
                    <a:schemeClr val="tx1"/>
                  </a:solidFill>
                </a:rPr>
                <a:t>res</a:t>
              </a:r>
              <a:r>
                <a:rPr lang="de-DE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EC05EA5-8B44-3008-8319-FE98B41A78D4}"/>
                </a:ext>
              </a:extLst>
            </p:cNvPr>
            <p:cNvSpPr/>
            <p:nvPr/>
          </p:nvSpPr>
          <p:spPr>
            <a:xfrm>
              <a:off x="10596644" y="3440599"/>
              <a:ext cx="1192360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Dynamic </a:t>
              </a:r>
              <a:r>
                <a:rPr lang="de-DE" dirty="0" err="1">
                  <a:solidFill>
                    <a:schemeClr val="tx1"/>
                  </a:solidFill>
                </a:rPr>
                <a:t>pressure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57FA3BC-9C11-307C-211B-9BCC96CAE014}"/>
                </a:ext>
              </a:extLst>
            </p:cNvPr>
            <p:cNvSpPr/>
            <p:nvPr/>
          </p:nvSpPr>
          <p:spPr>
            <a:xfrm>
              <a:off x="11870048" y="3440599"/>
              <a:ext cx="828364" cy="57444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Trans. </a:t>
              </a:r>
              <a:r>
                <a:rPr lang="de-DE" dirty="0" err="1">
                  <a:solidFill>
                    <a:schemeClr val="tx1"/>
                  </a:solidFill>
                </a:rPr>
                <a:t>delay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1" name="Gleichschenkliges Dreieck 20">
              <a:extLst>
                <a:ext uri="{FF2B5EF4-FFF2-40B4-BE49-F238E27FC236}">
                  <a16:creationId xmlns:a16="http://schemas.microsoft.com/office/drawing/2014/main" id="{69FB9662-0332-40E9-25D9-986C6E494B3F}"/>
                </a:ext>
              </a:extLst>
            </p:cNvPr>
            <p:cNvSpPr/>
            <p:nvPr/>
          </p:nvSpPr>
          <p:spPr>
            <a:xfrm rot="5400000">
              <a:off x="3324231" y="3629025"/>
              <a:ext cx="198882" cy="17419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Gleichschenkliges Dreieck 22">
              <a:extLst>
                <a:ext uri="{FF2B5EF4-FFF2-40B4-BE49-F238E27FC236}">
                  <a16:creationId xmlns:a16="http://schemas.microsoft.com/office/drawing/2014/main" id="{5FAF68B1-16C6-62F8-CEB3-85BDEA67D5C8}"/>
                </a:ext>
              </a:extLst>
            </p:cNvPr>
            <p:cNvSpPr/>
            <p:nvPr/>
          </p:nvSpPr>
          <p:spPr>
            <a:xfrm rot="5400000">
              <a:off x="6016420" y="3629025"/>
              <a:ext cx="198882" cy="17419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7" name="Rechteck 26">
            <a:extLst>
              <a:ext uri="{FF2B5EF4-FFF2-40B4-BE49-F238E27FC236}">
                <a16:creationId xmlns:a16="http://schemas.microsoft.com/office/drawing/2014/main" id="{5F6328E1-0DB8-5677-F567-9E36B51DDA32}"/>
              </a:ext>
            </a:extLst>
          </p:cNvPr>
          <p:cNvSpPr/>
          <p:nvPr/>
        </p:nvSpPr>
        <p:spPr>
          <a:xfrm>
            <a:off x="-2903" y="-27747"/>
            <a:ext cx="12751844" cy="508552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5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A0C3-7F5B-9D1E-48D8-761419B8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0BE45969-C372-97A0-4C2E-8A1A645B9ECE}"/>
              </a:ext>
            </a:extLst>
          </p:cNvPr>
          <p:cNvSpPr/>
          <p:nvPr/>
        </p:nvSpPr>
        <p:spPr>
          <a:xfrm rot="5400000">
            <a:off x="2214700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297" name="Gleichschenkliges Dreieck 296">
            <a:extLst>
              <a:ext uri="{FF2B5EF4-FFF2-40B4-BE49-F238E27FC236}">
                <a16:creationId xmlns:a16="http://schemas.microsoft.com/office/drawing/2014/main" id="{61366DDB-FD29-F5CF-C558-00E6BA3F9377}"/>
              </a:ext>
            </a:extLst>
          </p:cNvPr>
          <p:cNvSpPr/>
          <p:nvPr/>
        </p:nvSpPr>
        <p:spPr>
          <a:xfrm rot="5400000">
            <a:off x="5399870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sp>
        <p:nvSpPr>
          <p:cNvPr id="301" name="Gleichschenkliges Dreieck 300">
            <a:extLst>
              <a:ext uri="{FF2B5EF4-FFF2-40B4-BE49-F238E27FC236}">
                <a16:creationId xmlns:a16="http://schemas.microsoft.com/office/drawing/2014/main" id="{2E02D323-A10D-D6ED-FEE7-B8164CF86703}"/>
              </a:ext>
            </a:extLst>
          </p:cNvPr>
          <p:cNvSpPr/>
          <p:nvPr/>
        </p:nvSpPr>
        <p:spPr>
          <a:xfrm rot="5400000">
            <a:off x="8594564" y="1929514"/>
            <a:ext cx="2219063" cy="282288"/>
          </a:xfrm>
          <a:prstGeom prst="triangle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marL="180000" marR="0" lvl="0" indent="-180000" defTabSz="91440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>
                <a:srgbClr val="179C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Com 45 Light"/>
              <a:ea typeface="+mn-ea"/>
              <a:cs typeface="+mn-cs"/>
            </a:endParaRPr>
          </a:p>
        </p:txBody>
      </p:sp>
      <p:graphicFrame>
        <p:nvGraphicFramePr>
          <p:cNvPr id="6" name="Table 15">
            <a:extLst>
              <a:ext uri="{FF2B5EF4-FFF2-40B4-BE49-F238E27FC236}">
                <a16:creationId xmlns:a16="http://schemas.microsoft.com/office/drawing/2014/main" id="{BC17E3AF-E551-5806-3828-4CD90A137F88}"/>
              </a:ext>
            </a:extLst>
          </p:cNvPr>
          <p:cNvGraphicFramePr>
            <a:graphicFrameLocks noGrp="1"/>
          </p:cNvGraphicFramePr>
          <p:nvPr/>
        </p:nvGraphicFramePr>
        <p:xfrm>
          <a:off x="6622" y="500033"/>
          <a:ext cx="12744000" cy="3626202"/>
        </p:xfrm>
        <a:graphic>
          <a:graphicData uri="http://schemas.openxmlformats.org/drawingml/2006/table">
            <a:tbl>
              <a:tblPr firstRow="1" bandRow="1"/>
              <a:tblGrid>
                <a:gridCol w="3186000">
                  <a:extLst>
                    <a:ext uri="{9D8B030D-6E8A-4147-A177-3AD203B41FA5}">
                      <a16:colId xmlns:a16="http://schemas.microsoft.com/office/drawing/2014/main" val="341788061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098570312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1522819425"/>
                    </a:ext>
                  </a:extLst>
                </a:gridCol>
                <a:gridCol w="3186000">
                  <a:extLst>
                    <a:ext uri="{9D8B030D-6E8A-4147-A177-3AD203B41FA5}">
                      <a16:colId xmlns:a16="http://schemas.microsoft.com/office/drawing/2014/main" val="931841109"/>
                    </a:ext>
                  </a:extLst>
                </a:gridCol>
              </a:tblGrid>
              <a:tr h="12735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 - Copperplate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ZN - 7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aggregated</a:t>
                      </a:r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Zones</a:t>
                      </a:r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utiger LT Com 45 Light"/>
                        </a:defRPr>
                      </a:lvl9pPr>
                    </a:lstStyle>
                    <a:p>
                      <a:pPr algn="ctr"/>
                      <a:r>
                        <a:rPr lang="de-DE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L1/L2/L3 - 15 Nodes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L4/L5/L6 - 174 </a:t>
                      </a:r>
                      <a:r>
                        <a:rPr lang="de-DE" sz="18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Stations</a:t>
                      </a:r>
                      <a:endParaRPr lang="de-DE" sz="18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83230"/>
                  </a:ext>
                </a:extLst>
              </a:tr>
              <a:tr h="1176329"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120668"/>
                  </a:ext>
                </a:extLst>
              </a:tr>
              <a:tr h="1176329"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945108"/>
                  </a:ext>
                </a:extLst>
              </a:tr>
            </a:tbl>
          </a:graphicData>
        </a:graphic>
      </p:graphicFrame>
      <p:sp>
        <p:nvSpPr>
          <p:cNvPr id="274" name="Rechteck 273">
            <a:extLst>
              <a:ext uri="{FF2B5EF4-FFF2-40B4-BE49-F238E27FC236}">
                <a16:creationId xmlns:a16="http://schemas.microsoft.com/office/drawing/2014/main" id="{05B96513-2E42-9BE3-C3F6-ED0FBCFE0E1D}"/>
              </a:ext>
            </a:extLst>
          </p:cNvPr>
          <p:cNvSpPr/>
          <p:nvPr/>
        </p:nvSpPr>
        <p:spPr>
          <a:xfrm>
            <a:off x="-2903" y="-27747"/>
            <a:ext cx="12754800" cy="537459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108000" tIns="108000" rIns="108000" bIns="108000" rtlCol="0" anchor="ctr"/>
          <a:lstStyle/>
          <a:p>
            <a:pPr lvl="0" algn="ctr" defTabSz="914400">
              <a:lnSpc>
                <a:spcPts val="2100"/>
              </a:lnSpc>
              <a:spcAft>
                <a:spcPts val="600"/>
              </a:spcAft>
              <a:buClr>
                <a:srgbClr val="179C7D"/>
              </a:buClr>
              <a:defRPr/>
            </a:pPr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Estimation Bias versus Decision Regret in industrial District-Heating Dispatch </a:t>
            </a:r>
            <a:r>
              <a:rPr lang="en-US" b="1" kern="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kumimoji="0" lang="de-DE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1533F84-3509-A11A-F61C-B5B6EDBE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58" y="1152793"/>
            <a:ext cx="2440829" cy="1691115"/>
          </a:xfrm>
          <a:prstGeom prst="rect">
            <a:avLst/>
          </a:prstGeom>
        </p:spPr>
      </p:pic>
      <p:pic>
        <p:nvPicPr>
          <p:cNvPr id="287" name="Grafik 286">
            <a:extLst>
              <a:ext uri="{FF2B5EF4-FFF2-40B4-BE49-F238E27FC236}">
                <a16:creationId xmlns:a16="http://schemas.microsoft.com/office/drawing/2014/main" id="{E67B636D-A2CC-71B5-4E7F-89141078D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75701" y="995142"/>
            <a:ext cx="2118133" cy="1882785"/>
          </a:xfrm>
          <a:prstGeom prst="rect">
            <a:avLst/>
          </a:prstGeom>
        </p:spPr>
      </p:pic>
      <p:pic>
        <p:nvPicPr>
          <p:cNvPr id="289" name="Grafik 288">
            <a:extLst>
              <a:ext uri="{FF2B5EF4-FFF2-40B4-BE49-F238E27FC236}">
                <a16:creationId xmlns:a16="http://schemas.microsoft.com/office/drawing/2014/main" id="{C88C1899-2282-EDE8-1433-6F6C862A2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27488" y="976938"/>
            <a:ext cx="2347030" cy="2355453"/>
          </a:xfrm>
          <a:prstGeom prst="rect">
            <a:avLst/>
          </a:prstGeom>
        </p:spPr>
      </p:pic>
      <p:pic>
        <p:nvPicPr>
          <p:cNvPr id="291" name="Grafik 290">
            <a:extLst>
              <a:ext uri="{FF2B5EF4-FFF2-40B4-BE49-F238E27FC236}">
                <a16:creationId xmlns:a16="http://schemas.microsoft.com/office/drawing/2014/main" id="{99EFCFB2-E526-B305-38D2-CBFFBA794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661" y="976938"/>
            <a:ext cx="2517220" cy="2463662"/>
          </a:xfrm>
          <a:prstGeom prst="rect">
            <a:avLst/>
          </a:prstGeom>
        </p:spPr>
      </p:pic>
      <p:pic>
        <p:nvPicPr>
          <p:cNvPr id="260" name="Picture 4" descr="Pyomo">
            <a:extLst>
              <a:ext uri="{FF2B5EF4-FFF2-40B4-BE49-F238E27FC236}">
                <a16:creationId xmlns:a16="http://schemas.microsoft.com/office/drawing/2014/main" id="{E551E7E9-A076-7087-F346-F4A4ACC128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0"/>
          <a:stretch>
            <a:fillRect/>
          </a:stretch>
        </p:blipFill>
        <p:spPr bwMode="auto">
          <a:xfrm>
            <a:off x="72755" y="33935"/>
            <a:ext cx="359497" cy="39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4" name="Rechteck 303">
            <a:extLst>
              <a:ext uri="{FF2B5EF4-FFF2-40B4-BE49-F238E27FC236}">
                <a16:creationId xmlns:a16="http://schemas.microsoft.com/office/drawing/2014/main" id="{0A3A7205-56D9-12CE-655E-7CACFCAAED7F}"/>
              </a:ext>
            </a:extLst>
          </p:cNvPr>
          <p:cNvSpPr/>
          <p:nvPr/>
        </p:nvSpPr>
        <p:spPr>
          <a:xfrm>
            <a:off x="-2903" y="4126235"/>
            <a:ext cx="12754800" cy="9315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Key </a:t>
            </a:r>
            <a:r>
              <a:rPr lang="de-DE" dirty="0" err="1">
                <a:solidFill>
                  <a:schemeClr val="tx1"/>
                </a:solidFill>
              </a:rPr>
              <a:t>Findings</a:t>
            </a:r>
            <a:r>
              <a:rPr lang="de-DE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Loss visibility, not spatial layout, is decisive: the copperplate-to-detailed cost gap is 95.8 % a loss effect and only 4.7 % a topology effect. On operating cost a </a:t>
            </a:r>
            <a:r>
              <a:rPr lang="en-US" dirty="0" err="1">
                <a:solidFill>
                  <a:schemeClr val="tx1"/>
                </a:solidFill>
              </a:rPr>
              <a:t>copperplatescores</a:t>
            </a:r>
            <a:r>
              <a:rPr lang="en-US" dirty="0">
                <a:solidFill>
                  <a:schemeClr val="tx1"/>
                </a:solidFill>
              </a:rPr>
              <a:t> -15.1 % against the detailed model, but +46.1 % once its schedule is run: a biased </a:t>
            </a:r>
            <a:r>
              <a:rPr lang="en-US" dirty="0" err="1">
                <a:solidFill>
                  <a:schemeClr val="tx1"/>
                </a:solidFill>
              </a:rPr>
              <a:t>estimatorand</a:t>
            </a:r>
            <a:r>
              <a:rPr lang="en-US" dirty="0">
                <a:solidFill>
                  <a:schemeClr val="tx1"/>
                </a:solidFill>
              </a:rPr>
              <a:t> an unreliable controller at once.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6C79984-B6F6-BB2E-84B9-93D8482A7D5A}"/>
              </a:ext>
            </a:extLst>
          </p:cNvPr>
          <p:cNvSpPr/>
          <p:nvPr/>
        </p:nvSpPr>
        <p:spPr>
          <a:xfrm>
            <a:off x="-2903" y="-27747"/>
            <a:ext cx="12751844" cy="508552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308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359</Words>
  <Application>Microsoft Office PowerPoint</Application>
  <PresentationFormat>Benutzerdefiniert</PresentationFormat>
  <Paragraphs>58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Frutiger LT Com 45 Light</vt:lpstr>
      <vt:lpstr>Wingdings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Ruess, Lukas</dc:creator>
  <cp:lastModifiedBy>Ruess, Lukas</cp:lastModifiedBy>
  <cp:revision>2</cp:revision>
  <dcterms:created xsi:type="dcterms:W3CDTF">2026-08-19T09:59:34Z</dcterms:created>
  <dcterms:modified xsi:type="dcterms:W3CDTF">2026-08-19T14:54:32Z</dcterms:modified>
</cp:coreProperties>
</file>