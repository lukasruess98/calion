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6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34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FE15EB-C854-5359-15D6-E2E18815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A15B0BC-8474-1206-4538-FFB3424BD7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6E8B54-C062-613F-D288-4EFB7DBDB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DCA0C-0553-42A3-8181-1D4C8502A2FB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9FD352D-C5E0-6F1F-86F0-629D806DD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BA4279-06A5-A13E-4597-A95F15A58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3E808-E820-490B-9CA5-6A255FED2B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0366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DFD95F-1A60-1600-0B8F-528A769DE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604C30-0A96-36F5-F14D-F70E65766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86FE57-F85E-AFAD-24CB-3D2F3CE1B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DCA0C-0553-42A3-8181-1D4C8502A2FB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1BDBE68-FE47-95DF-D166-62FE23D0B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0DC546-5B87-42CF-A9FC-4B41AF9C4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3E808-E820-490B-9CA5-6A255FED2B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047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F55D67-9947-367B-4F94-E47FF71A1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1F014C-B9DD-00BB-DFE4-18D087E037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BDCEB51-8AB1-C380-3EF7-68E5949AD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DCA0C-0553-42A3-8181-1D4C8502A2FB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F23798-4A60-F185-B3DF-EBAD2C223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B43138D-5EF9-1C97-FB75-781479580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3E808-E820-490B-9CA5-6A255FED2B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6466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AFE82E-CB0A-205C-FB27-277AECAD6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2E1876-D796-6513-A4F9-4DEDC384F3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D6E64C5-B301-A4C6-A47E-405042400A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3C10345-72BB-3A33-B2F0-70FE36CF2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DCA0C-0553-42A3-8181-1D4C8502A2FB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164F73A-9D8E-BBB1-F327-03DC810D6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027A4FE-0E95-0A4B-1207-BF1C6E599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3E808-E820-490B-9CA5-6A255FED2B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3731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B14165-7C64-8852-273D-6307001AB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9E19F54-35E2-B4E9-2615-26E1205F3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F7F580D-82E1-8C7B-DC38-EE7C8BF08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2E3BDF3-406C-B66A-7DC3-527854A9F7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8EEE0BB-2474-E3BF-E96D-6AA659CB9E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CB14DF3-8587-07E5-C055-262CD6A73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DCA0C-0553-42A3-8181-1D4C8502A2FB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977712B-7BA3-1D0B-5AF0-273DD70D1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A7C6F30-C1F3-CC8E-A39D-D2034D3CD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3E808-E820-490B-9CA5-6A255FED2B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4451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8230B7-1D69-3B7B-4BBE-84B2EDA91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38488A2-219A-209C-4DF9-75D33BDDD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DCA0C-0553-42A3-8181-1D4C8502A2FB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0AA91A5-D48A-DF5F-6E33-B1FDD49FA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78AFAA-76EA-B819-E489-3FCAABDE4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3E808-E820-490B-9CA5-6A255FED2B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9194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23B0B75-B2A6-9F96-1B4B-11B7185DA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DCA0C-0553-42A3-8181-1D4C8502A2FB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804B08C-E504-CE8B-5D57-5E9CA17EB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EAE75F8-A150-6CF2-C346-3F902B94D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3E808-E820-490B-9CA5-6A255FED2B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4029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808693-9022-A2A8-CC8E-8AD5CC7CA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5033803-FEF1-538F-E2C3-8A2CD6380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06C6973-B829-CBBD-F73D-78072941B7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96A3EE-6778-2B39-E4AA-1977B037D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DCA0C-0553-42A3-8181-1D4C8502A2FB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D3998BE-EA0F-D6B3-E164-2E338BCB1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3B349DA-5BBD-1D50-61BF-D4B9101D6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3E808-E820-490B-9CA5-6A255FED2B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6899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638F72-36BF-580D-9BDD-FFF45C609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CDB84B1-26BF-02E3-498B-499ECE4382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B5D9734-77C4-E773-CEED-12FBCC7AD6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BFE6D02-E80C-1944-A480-AEC55A0DD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DCA0C-0553-42A3-8181-1D4C8502A2FB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8B58A78-4773-6B32-3673-D5E3D57AC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351F4F6-98D4-DA9F-793E-34D2D0FA6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3E808-E820-490B-9CA5-6A255FED2B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1102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277B35-73B7-A0D2-38F6-5E7E1A3AB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C04B88D-B718-16A3-A910-2FC6566FEF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837A84-4EEE-1BD2-55B7-65E621C19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DCA0C-0553-42A3-8181-1D4C8502A2FB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67B3731-D6B8-0F26-154E-C5059AE5A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47556A-D58C-B1B0-2EA7-570FDE973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3E808-E820-490B-9CA5-6A255FED2B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2870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5B68397-E4D9-E436-A6DA-CCD0EF9A9B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A9CB384-63F2-4843-1EDE-4BD08BD14D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8C4108-9AC8-CFEE-6407-B229B90F1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DCA0C-0553-42A3-8181-1D4C8502A2FB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9D5CA4-5A8F-AC65-F518-378AFF58F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9557387-8BD4-FC83-D739-E6DBAA406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3E808-E820-490B-9CA5-6A255FED2B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43614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 – 1 Spalte | kleine 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kt 10" hidden="1">
            <a:extLst>
              <a:ext uri="{FF2B5EF4-FFF2-40B4-BE49-F238E27FC236}">
                <a16:creationId xmlns:a16="http://schemas.microsoft.com/office/drawing/2014/main" id="{73EB3F1D-68CC-4D42-88C6-FD851995773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14407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1" name="Objekt 10" hidden="1">
                        <a:extLst>
                          <a:ext uri="{FF2B5EF4-FFF2-40B4-BE49-F238E27FC236}">
                            <a16:creationId xmlns:a16="http://schemas.microsoft.com/office/drawing/2014/main" id="{73EB3F1D-68CC-4D42-88C6-FD85199577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E3E6397C-9FE6-4A0B-87BC-9E26F4233B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 dirty="0"/>
              <a:t>Headline, Frutiger LT </a:t>
            </a:r>
            <a:r>
              <a:rPr lang="de-DE" err="1"/>
              <a:t>Com</a:t>
            </a:r>
            <a:r>
              <a:rPr lang="de-DE"/>
              <a:t> Bd</a:t>
            </a:r>
            <a:r>
              <a:rPr lang="de-DE" dirty="0"/>
              <a:t>, 24 </a:t>
            </a:r>
            <a:r>
              <a:rPr lang="de-DE" dirty="0" err="1"/>
              <a:t>pt</a:t>
            </a:r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8A281D1-4D07-42EA-89AA-EA4C03EDB0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778321"/>
            <a:ext cx="11233150" cy="318933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de-DE" dirty="0" err="1"/>
              <a:t>Subline</a:t>
            </a:r>
            <a:r>
              <a:rPr lang="de-DE" dirty="0"/>
              <a:t>, Frutiger LT </a:t>
            </a:r>
            <a:r>
              <a:rPr lang="de-DE" err="1"/>
              <a:t>Com</a:t>
            </a:r>
            <a:r>
              <a:rPr lang="de-DE"/>
              <a:t> Lt</a:t>
            </a:r>
            <a:r>
              <a:rPr lang="de-DE" dirty="0"/>
              <a:t>, 20 </a:t>
            </a:r>
            <a:r>
              <a:rPr lang="de-DE" dirty="0" err="1"/>
              <a:t>pt</a:t>
            </a:r>
            <a:endParaRPr lang="en-US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5573968-5EC4-45D8-B356-9D2C25D2EC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8199" y="1703388"/>
            <a:ext cx="11233150" cy="2640595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de-DE" noProof="0" dirty="0"/>
              <a:t>Level 1</a:t>
            </a:r>
          </a:p>
          <a:p>
            <a:pPr lvl="1"/>
            <a:r>
              <a:rPr lang="de-DE" noProof="0" dirty="0"/>
              <a:t>Level 2</a:t>
            </a:r>
          </a:p>
          <a:p>
            <a:pPr lvl="2"/>
            <a:r>
              <a:rPr lang="de-DE" noProof="0" dirty="0"/>
              <a:t>Level 3</a:t>
            </a:r>
          </a:p>
          <a:p>
            <a:pPr lvl="3"/>
            <a:r>
              <a:rPr lang="de-DE" noProof="0" dirty="0"/>
              <a:t>Level 4</a:t>
            </a:r>
          </a:p>
          <a:p>
            <a:pPr lvl="4"/>
            <a:r>
              <a:rPr lang="de-DE" noProof="0" dirty="0"/>
              <a:t>Level 5</a:t>
            </a:r>
          </a:p>
          <a:p>
            <a:pPr lvl="5"/>
            <a:r>
              <a:rPr lang="de-DE" noProof="0" dirty="0"/>
              <a:t>Level 6</a:t>
            </a:r>
          </a:p>
          <a:p>
            <a:pPr lvl="6"/>
            <a:r>
              <a:rPr lang="de-DE" noProof="0" dirty="0"/>
              <a:t>Level 7</a:t>
            </a:r>
          </a:p>
          <a:p>
            <a:pPr lvl="7"/>
            <a:r>
              <a:rPr lang="de-DE" noProof="0" dirty="0"/>
              <a:t>Level 8</a:t>
            </a:r>
          </a:p>
          <a:p>
            <a:pPr lvl="8"/>
            <a:r>
              <a:rPr lang="de-DE" noProof="0" dirty="0"/>
              <a:t>Level 9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4580799-6CA8-4E79-B6A8-7CEC7DE6B37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1AF35FA-38CA-44EF-8E47-8E0282D5182B}" type="datetime1">
              <a:rPr lang="de-DE" noProof="0" smtClean="0"/>
              <a:t>06.07.2026</a:t>
            </a:fld>
            <a:endParaRPr lang="de-DE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FD07C3-3AC8-443B-9A9C-69C1442938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© Fraunhofer IPA</a:t>
            </a:r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6B76B4-FD05-4521-A9B8-94DCF2391F9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D81EE41-304C-41C3-8185-350F2275D756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95325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1D5A5DB-6ABD-40F7-569E-7A0810232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D1F1545-9E55-1298-5272-AEBCAD711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F834C5-EC89-69BA-00F0-62088FCA34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BDCA0C-0553-42A3-8181-1D4C8502A2FB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76DAF5-9A71-7F99-0087-A75E4A5D3E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9C6E40-6974-14D9-DAFE-099AC0DE3B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23E808-E820-490B-9CA5-6A255FED2B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8650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CD489-19D1-8360-6A28-98B0BF2AB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3416E1EC-6241-3B19-3734-1B21B45E20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5F0DFDDF-9BA2-B4AD-7C26-32D1279561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4" name="Rechteck 1653">
            <a:extLst>
              <a:ext uri="{FF2B5EF4-FFF2-40B4-BE49-F238E27FC236}">
                <a16:creationId xmlns:a16="http://schemas.microsoft.com/office/drawing/2014/main" id="{721B72F6-5A08-B22A-57A0-8D83060EDD88}"/>
              </a:ext>
            </a:extLst>
          </p:cNvPr>
          <p:cNvSpPr/>
          <p:nvPr/>
        </p:nvSpPr>
        <p:spPr>
          <a:xfrm>
            <a:off x="7601319" y="4161307"/>
            <a:ext cx="4628928" cy="2379338"/>
          </a:xfrm>
          <a:prstGeom prst="rect">
            <a:avLst/>
          </a:prstGeom>
          <a:solidFill>
            <a:srgbClr val="000000">
              <a:alpha val="20000"/>
            </a:srgbClr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Com 45 Light"/>
              <a:ea typeface="+mn-ea"/>
              <a:cs typeface="+mn-cs"/>
            </a:endParaRPr>
          </a:p>
        </p:txBody>
      </p:sp>
      <p:sp>
        <p:nvSpPr>
          <p:cNvPr id="1655" name="Rechteck 1654">
            <a:extLst>
              <a:ext uri="{FF2B5EF4-FFF2-40B4-BE49-F238E27FC236}">
                <a16:creationId xmlns:a16="http://schemas.microsoft.com/office/drawing/2014/main" id="{465DA620-A264-0CF3-8A79-41A8DD70BFB1}"/>
              </a:ext>
            </a:extLst>
          </p:cNvPr>
          <p:cNvSpPr/>
          <p:nvPr/>
        </p:nvSpPr>
        <p:spPr>
          <a:xfrm>
            <a:off x="2721" y="6571465"/>
            <a:ext cx="12290832" cy="286535"/>
          </a:xfrm>
          <a:prstGeom prst="rect">
            <a:avLst/>
          </a:prstGeom>
          <a:solidFill>
            <a:srgbClr val="000000">
              <a:alpha val="20000"/>
            </a:srgbClr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0" marR="0" lvl="0" indent="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Tx/>
              <a:buNone/>
              <a:tabLst/>
              <a:defRPr/>
            </a:pPr>
            <a:r>
              <a: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Ruess 2026 – Applied Energy – 2026                                                                                           Fraunhofer IPA – Universität Stuttgart</a:t>
            </a:r>
          </a:p>
        </p:txBody>
      </p:sp>
      <p:graphicFrame>
        <p:nvGraphicFramePr>
          <p:cNvPr id="1726" name="Table 15">
            <a:extLst>
              <a:ext uri="{FF2B5EF4-FFF2-40B4-BE49-F238E27FC236}">
                <a16:creationId xmlns:a16="http://schemas.microsoft.com/office/drawing/2014/main" id="{069FE6C5-0932-E3E4-E600-67A8E85162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9861225"/>
              </p:ext>
            </p:extLst>
          </p:nvPr>
        </p:nvGraphicFramePr>
        <p:xfrm>
          <a:off x="12248" y="640999"/>
          <a:ext cx="12191001" cy="591220"/>
        </p:xfrm>
        <a:graphic>
          <a:graphicData uri="http://schemas.openxmlformats.org/drawingml/2006/table">
            <a:tbl>
              <a:tblPr firstRow="1" bandRow="1"/>
              <a:tblGrid>
                <a:gridCol w="4063667">
                  <a:extLst>
                    <a:ext uri="{9D8B030D-6E8A-4147-A177-3AD203B41FA5}">
                      <a16:colId xmlns:a16="http://schemas.microsoft.com/office/drawing/2014/main" val="341788061"/>
                    </a:ext>
                  </a:extLst>
                </a:gridCol>
                <a:gridCol w="4063667">
                  <a:extLst>
                    <a:ext uri="{9D8B030D-6E8A-4147-A177-3AD203B41FA5}">
                      <a16:colId xmlns:a16="http://schemas.microsoft.com/office/drawing/2014/main" val="1098570312"/>
                    </a:ext>
                  </a:extLst>
                </a:gridCol>
                <a:gridCol w="4063667">
                  <a:extLst>
                    <a:ext uri="{9D8B030D-6E8A-4147-A177-3AD203B41FA5}">
                      <a16:colId xmlns:a16="http://schemas.microsoft.com/office/drawing/2014/main" val="1522819425"/>
                    </a:ext>
                  </a:extLst>
                </a:gridCol>
              </a:tblGrid>
              <a:tr h="5912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9pPr>
                    </a:lstStyle>
                    <a:p>
                      <a:pPr algn="ctr"/>
                      <a:r>
                        <a:rPr lang="de-D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L1 - Copperplate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9pPr>
                    </a:lstStyle>
                    <a:p>
                      <a:pPr algn="ctr"/>
                      <a:r>
                        <a:rPr lang="de-D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L2 - 7 </a:t>
                      </a:r>
                      <a:r>
                        <a:rPr lang="de-DE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aggregated</a:t>
                      </a:r>
                      <a:r>
                        <a:rPr lang="de-D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Nodes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9pPr>
                    </a:lstStyle>
                    <a:p>
                      <a:pPr algn="ctr"/>
                      <a:r>
                        <a:rPr lang="de-D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L3/L3</a:t>
                      </a:r>
                      <a:r>
                        <a:rPr lang="de-DE" b="1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  <a:r>
                        <a:rPr lang="de-D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/L3</a:t>
                      </a:r>
                      <a:r>
                        <a:rPr lang="de-DE" b="1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NL</a:t>
                      </a:r>
                      <a:r>
                        <a:rPr lang="de-D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- 15 Nodes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683230"/>
                  </a:ext>
                </a:extLst>
              </a:tr>
            </a:tbl>
          </a:graphicData>
        </a:graphic>
      </p:graphicFrame>
      <p:grpSp>
        <p:nvGrpSpPr>
          <p:cNvPr id="1933" name="Gruppieren 1932">
            <a:extLst>
              <a:ext uri="{FF2B5EF4-FFF2-40B4-BE49-F238E27FC236}">
                <a16:creationId xmlns:a16="http://schemas.microsoft.com/office/drawing/2014/main" id="{39B61D1F-D423-BED6-D4EC-661B541F315A}"/>
              </a:ext>
            </a:extLst>
          </p:cNvPr>
          <p:cNvGrpSpPr/>
          <p:nvPr/>
        </p:nvGrpSpPr>
        <p:grpSpPr>
          <a:xfrm>
            <a:off x="194524" y="1458982"/>
            <a:ext cx="3437437" cy="2324735"/>
            <a:chOff x="264164" y="-107546"/>
            <a:chExt cx="3437437" cy="2324735"/>
          </a:xfrm>
        </p:grpSpPr>
        <p:grpSp>
          <p:nvGrpSpPr>
            <p:cNvPr id="1716" name="Gruppieren 1715">
              <a:extLst>
                <a:ext uri="{FF2B5EF4-FFF2-40B4-BE49-F238E27FC236}">
                  <a16:creationId xmlns:a16="http://schemas.microsoft.com/office/drawing/2014/main" id="{59436850-26AD-703B-5250-DD92BB5110B3}"/>
                </a:ext>
              </a:extLst>
            </p:cNvPr>
            <p:cNvGrpSpPr/>
            <p:nvPr/>
          </p:nvGrpSpPr>
          <p:grpSpPr>
            <a:xfrm>
              <a:off x="2496905" y="835635"/>
              <a:ext cx="437973" cy="438865"/>
              <a:chOff x="1652355" y="2376219"/>
              <a:chExt cx="713901" cy="475364"/>
            </a:xfrm>
          </p:grpSpPr>
          <p:cxnSp>
            <p:nvCxnSpPr>
              <p:cNvPr id="1717" name="Gerader Verbinder 1716">
                <a:extLst>
                  <a:ext uri="{FF2B5EF4-FFF2-40B4-BE49-F238E27FC236}">
                    <a16:creationId xmlns:a16="http://schemas.microsoft.com/office/drawing/2014/main" id="{78B50508-F50B-9746-30B6-AA2F075FF59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659883" y="2376219"/>
                <a:ext cx="706373" cy="418160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18" name="Gerader Verbinder 1717">
                <a:extLst>
                  <a:ext uri="{FF2B5EF4-FFF2-40B4-BE49-F238E27FC236}">
                    <a16:creationId xmlns:a16="http://schemas.microsoft.com/office/drawing/2014/main" id="{A2CAD66A-D89F-5F3B-DCF9-701CDCFCC9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652355" y="2433423"/>
                <a:ext cx="706373" cy="418160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719" name="Gruppieren 1718">
              <a:extLst>
                <a:ext uri="{FF2B5EF4-FFF2-40B4-BE49-F238E27FC236}">
                  <a16:creationId xmlns:a16="http://schemas.microsoft.com/office/drawing/2014/main" id="{82AFF5CE-E2DD-B9D5-D390-86667E1F3498}"/>
                </a:ext>
              </a:extLst>
            </p:cNvPr>
            <p:cNvGrpSpPr/>
            <p:nvPr/>
          </p:nvGrpSpPr>
          <p:grpSpPr>
            <a:xfrm rot="17127631">
              <a:off x="1585636" y="758068"/>
              <a:ext cx="702636" cy="701799"/>
              <a:chOff x="1794434" y="2374077"/>
              <a:chExt cx="519031" cy="560278"/>
            </a:xfrm>
          </p:grpSpPr>
          <p:cxnSp>
            <p:nvCxnSpPr>
              <p:cNvPr id="1720" name="Gerader Verbinder 1719">
                <a:extLst>
                  <a:ext uri="{FF2B5EF4-FFF2-40B4-BE49-F238E27FC236}">
                    <a16:creationId xmlns:a16="http://schemas.microsoft.com/office/drawing/2014/main" id="{6ABE8679-3814-A72E-A9F1-8FC52711DEB0}"/>
                  </a:ext>
                </a:extLst>
              </p:cNvPr>
              <p:cNvCxnSpPr>
                <a:cxnSpLocks/>
              </p:cNvCxnSpPr>
              <p:nvPr/>
            </p:nvCxnSpPr>
            <p:spPr>
              <a:xfrm rot="4472369" flipH="1">
                <a:off x="1849428" y="2402057"/>
                <a:ext cx="492018" cy="436057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21" name="Gerader Verbinder 1720">
                <a:extLst>
                  <a:ext uri="{FF2B5EF4-FFF2-40B4-BE49-F238E27FC236}">
                    <a16:creationId xmlns:a16="http://schemas.microsoft.com/office/drawing/2014/main" id="{C7E4D6D0-20EA-7E38-C2F0-281D46D39C49}"/>
                  </a:ext>
                </a:extLst>
              </p:cNvPr>
              <p:cNvCxnSpPr>
                <a:cxnSpLocks/>
                <a:endCxn id="1747" idx="3"/>
              </p:cNvCxnSpPr>
              <p:nvPr/>
            </p:nvCxnSpPr>
            <p:spPr>
              <a:xfrm rot="4472369" flipH="1">
                <a:off x="1767034" y="2402519"/>
                <a:ext cx="559236" cy="504436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722" name="Gruppieren 1721">
              <a:extLst>
                <a:ext uri="{FF2B5EF4-FFF2-40B4-BE49-F238E27FC236}">
                  <a16:creationId xmlns:a16="http://schemas.microsoft.com/office/drawing/2014/main" id="{66506EFB-C2DB-04C4-B08E-FBED3025AAB6}"/>
                </a:ext>
              </a:extLst>
            </p:cNvPr>
            <p:cNvGrpSpPr/>
            <p:nvPr/>
          </p:nvGrpSpPr>
          <p:grpSpPr>
            <a:xfrm rot="19784728">
              <a:off x="1599906" y="576515"/>
              <a:ext cx="713901" cy="475364"/>
              <a:chOff x="1652355" y="2376219"/>
              <a:chExt cx="713901" cy="475364"/>
            </a:xfrm>
          </p:grpSpPr>
          <p:cxnSp>
            <p:nvCxnSpPr>
              <p:cNvPr id="1723" name="Gerader Verbinder 1722">
                <a:extLst>
                  <a:ext uri="{FF2B5EF4-FFF2-40B4-BE49-F238E27FC236}">
                    <a16:creationId xmlns:a16="http://schemas.microsoft.com/office/drawing/2014/main" id="{EB0ED7CA-26BD-75B8-0558-4DA901C7E2A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659883" y="2376219"/>
                <a:ext cx="706373" cy="418160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24" name="Gerader Verbinder 1723">
                <a:extLst>
                  <a:ext uri="{FF2B5EF4-FFF2-40B4-BE49-F238E27FC236}">
                    <a16:creationId xmlns:a16="http://schemas.microsoft.com/office/drawing/2014/main" id="{864F30A0-A7C9-B8C0-9931-412FD9900F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652355" y="2433423"/>
                <a:ext cx="706373" cy="418160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725" name="Rechteck: abgerundete Ecken 1724">
              <a:extLst>
                <a:ext uri="{FF2B5EF4-FFF2-40B4-BE49-F238E27FC236}">
                  <a16:creationId xmlns:a16="http://schemas.microsoft.com/office/drawing/2014/main" id="{7B3E115D-982C-BE3B-FC20-5C7DBC596B1B}"/>
                </a:ext>
              </a:extLst>
            </p:cNvPr>
            <p:cNvSpPr/>
            <p:nvPr/>
          </p:nvSpPr>
          <p:spPr>
            <a:xfrm>
              <a:off x="986027" y="617913"/>
              <a:ext cx="589660" cy="367469"/>
            </a:xfrm>
            <a:prstGeom prst="round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727" name="Rechteck: abgerundete Ecken 1726">
              <a:extLst>
                <a:ext uri="{FF2B5EF4-FFF2-40B4-BE49-F238E27FC236}">
                  <a16:creationId xmlns:a16="http://schemas.microsoft.com/office/drawing/2014/main" id="{745A8BB1-2C51-159A-38A1-69A7FC5DD28B}"/>
                </a:ext>
              </a:extLst>
            </p:cNvPr>
            <p:cNvSpPr/>
            <p:nvPr/>
          </p:nvSpPr>
          <p:spPr>
            <a:xfrm>
              <a:off x="999408" y="4069"/>
              <a:ext cx="589660" cy="367469"/>
            </a:xfrm>
            <a:prstGeom prst="round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1728" name="ee4p_icon_group">
              <a:extLst>
                <a:ext uri="{FF2B5EF4-FFF2-40B4-BE49-F238E27FC236}">
                  <a16:creationId xmlns:a16="http://schemas.microsoft.com/office/drawing/2014/main" id="{CBAC987A-5EE7-DF05-55FD-5D3B2509B8A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85609" y="78296"/>
              <a:ext cx="219012" cy="219012"/>
              <a:chOff x="4031948" y="2889067"/>
              <a:chExt cx="1080000" cy="1079999"/>
            </a:xfrm>
            <a:solidFill>
              <a:sysClr val="windowText" lastClr="000000">
                <a:lumMod val="95000"/>
                <a:lumOff val="5000"/>
              </a:sysClr>
            </a:solidFill>
          </p:grpSpPr>
          <p:grpSp>
            <p:nvGrpSpPr>
              <p:cNvPr id="1729" name="ee4p_icon_frame">
                <a:extLst>
                  <a:ext uri="{FF2B5EF4-FFF2-40B4-BE49-F238E27FC236}">
                    <a16:creationId xmlns:a16="http://schemas.microsoft.com/office/drawing/2014/main" id="{C9446EEF-BD4B-CCF3-556B-E28D8A662C3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031948" y="2889067"/>
                <a:ext cx="1080000" cy="1079999"/>
                <a:chOff x="4737100" y="1701800"/>
                <a:chExt cx="1098550" cy="1098550"/>
              </a:xfrm>
              <a:grpFill/>
            </p:grpSpPr>
            <p:cxnSp>
              <p:nvCxnSpPr>
                <p:cNvPr id="1731" name="ee4p_icon_frame_top">
                  <a:extLst>
                    <a:ext uri="{FF2B5EF4-FFF2-40B4-BE49-F238E27FC236}">
                      <a16:creationId xmlns:a16="http://schemas.microsoft.com/office/drawing/2014/main" id="{AAB40C12-832F-33F1-0EC3-68FF653AC177}"/>
                    </a:ext>
                  </a:extLst>
                </p:cNvPr>
                <p:cNvCxnSpPr/>
                <p:nvPr/>
              </p:nvCxnSpPr>
              <p:spPr>
                <a:xfrm>
                  <a:off x="4737100" y="1701800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1732" name="ee4p_icon_frame_bottom">
                  <a:extLst>
                    <a:ext uri="{FF2B5EF4-FFF2-40B4-BE49-F238E27FC236}">
                      <a16:creationId xmlns:a16="http://schemas.microsoft.com/office/drawing/2014/main" id="{C4DD192D-3A16-71B0-537F-7883E1FAE2B6}"/>
                    </a:ext>
                  </a:extLst>
                </p:cNvPr>
                <p:cNvCxnSpPr/>
                <p:nvPr/>
              </p:nvCxnSpPr>
              <p:spPr>
                <a:xfrm>
                  <a:off x="4737100" y="2800350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1733" name="ee4p_icon_frame_left">
                  <a:extLst>
                    <a:ext uri="{FF2B5EF4-FFF2-40B4-BE49-F238E27FC236}">
                      <a16:creationId xmlns:a16="http://schemas.microsoft.com/office/drawing/2014/main" id="{9F12116D-DB9E-E51B-CEF3-116704222E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187825" y="2251075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1734" name="ee4p_icon_frame_right">
                  <a:extLst>
                    <a:ext uri="{FF2B5EF4-FFF2-40B4-BE49-F238E27FC236}">
                      <a16:creationId xmlns:a16="http://schemas.microsoft.com/office/drawing/2014/main" id="{5DD15E76-FF8D-20EC-20EB-C6D831F492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5286375" y="2251075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</p:grpSp>
          <p:sp>
            <p:nvSpPr>
              <p:cNvPr id="1730" name="ee4p_icon">
                <a:extLst>
                  <a:ext uri="{FF2B5EF4-FFF2-40B4-BE49-F238E27FC236}">
                    <a16:creationId xmlns:a16="http://schemas.microsoft.com/office/drawing/2014/main" id="{917A0A5E-7747-BD2F-52FB-09524717864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063790" y="2933155"/>
                <a:ext cx="1016317" cy="991821"/>
              </a:xfrm>
              <a:custGeom>
                <a:avLst/>
                <a:gdLst>
                  <a:gd name="connsiteX0" fmla="*/ 719165 w 1016317"/>
                  <a:gd name="connsiteY0" fmla="*/ 485922 h 991821"/>
                  <a:gd name="connsiteX1" fmla="*/ 719572 w 1016317"/>
                  <a:gd name="connsiteY1" fmla="*/ 506242 h 991821"/>
                  <a:gd name="connsiteX2" fmla="*/ 966799 w 1016317"/>
                  <a:gd name="connsiteY2" fmla="*/ 576515 h 991821"/>
                  <a:gd name="connsiteX3" fmla="*/ 992707 w 1016317"/>
                  <a:gd name="connsiteY3" fmla="*/ 695624 h 991821"/>
                  <a:gd name="connsiteX4" fmla="*/ 798413 w 1016317"/>
                  <a:gd name="connsiteY4" fmla="*/ 955246 h 991821"/>
                  <a:gd name="connsiteX5" fmla="*/ 673310 w 1016317"/>
                  <a:gd name="connsiteY5" fmla="*/ 958429 h 991821"/>
                  <a:gd name="connsiteX6" fmla="*/ 625693 w 1016317"/>
                  <a:gd name="connsiteY6" fmla="*/ 819915 h 991821"/>
                  <a:gd name="connsiteX7" fmla="*/ 565919 w 1016317"/>
                  <a:gd name="connsiteY7" fmla="*/ 646382 h 991821"/>
                  <a:gd name="connsiteX8" fmla="*/ 643406 w 1016317"/>
                  <a:gd name="connsiteY8" fmla="*/ 490534 h 991821"/>
                  <a:gd name="connsiteX9" fmla="*/ 627488 w 1016317"/>
                  <a:gd name="connsiteY9" fmla="*/ 459032 h 991821"/>
                  <a:gd name="connsiteX10" fmla="*/ 748325 w 1016317"/>
                  <a:gd name="connsiteY10" fmla="*/ 321838 h 991821"/>
                  <a:gd name="connsiteX11" fmla="*/ 856224 w 1016317"/>
                  <a:gd name="connsiteY11" fmla="*/ 201205 h 991821"/>
                  <a:gd name="connsiteX12" fmla="*/ 787441 w 1016317"/>
                  <a:gd name="connsiteY12" fmla="*/ 73900 h 991821"/>
                  <a:gd name="connsiteX13" fmla="*/ 447623 w 1016317"/>
                  <a:gd name="connsiteY13" fmla="*/ 20831 h 991821"/>
                  <a:gd name="connsiteX14" fmla="*/ 331832 w 1016317"/>
                  <a:gd name="connsiteY14" fmla="*/ 191417 h 991821"/>
                  <a:gd name="connsiteX15" fmla="*/ 352152 w 1016317"/>
                  <a:gd name="connsiteY15" fmla="*/ 189927 h 991821"/>
                  <a:gd name="connsiteX16" fmla="*/ 454023 w 1016317"/>
                  <a:gd name="connsiteY16" fmla="*/ 40135 h 991821"/>
                  <a:gd name="connsiteX17" fmla="*/ 774436 w 1016317"/>
                  <a:gd name="connsiteY17" fmla="*/ 89445 h 991821"/>
                  <a:gd name="connsiteX18" fmla="*/ 836107 w 1016317"/>
                  <a:gd name="connsiteY18" fmla="*/ 198428 h 991821"/>
                  <a:gd name="connsiteX19" fmla="*/ 736234 w 1016317"/>
                  <a:gd name="connsiteY19" fmla="*/ 305582 h 991821"/>
                  <a:gd name="connsiteX20" fmla="*/ 611165 w 1016317"/>
                  <a:gd name="connsiteY20" fmla="*/ 440032 h 991821"/>
                  <a:gd name="connsiteX21" fmla="*/ 452838 w 1016317"/>
                  <a:gd name="connsiteY21" fmla="*/ 430956 h 991821"/>
                  <a:gd name="connsiteX22" fmla="*/ 374775 w 1016317"/>
                  <a:gd name="connsiteY22" fmla="*/ 284246 h 991821"/>
                  <a:gd name="connsiteX23" fmla="*/ 355810 w 1016317"/>
                  <a:gd name="connsiteY23" fmla="*/ 291425 h 991821"/>
                  <a:gd name="connsiteX24" fmla="*/ 437598 w 1016317"/>
                  <a:gd name="connsiteY24" fmla="*/ 444604 h 991821"/>
                  <a:gd name="connsiteX25" fmla="*/ 412638 w 1016317"/>
                  <a:gd name="connsiteY25" fmla="*/ 482941 h 991821"/>
                  <a:gd name="connsiteX26" fmla="*/ 231960 w 1016317"/>
                  <a:gd name="connsiteY26" fmla="*/ 455543 h 991821"/>
                  <a:gd name="connsiteX27" fmla="*/ 72211 w 1016317"/>
                  <a:gd name="connsiteY27" fmla="*/ 430211 h 991821"/>
                  <a:gd name="connsiteX28" fmla="*/ 2310 w 1016317"/>
                  <a:gd name="connsiteY28" fmla="*/ 556805 h 991821"/>
                  <a:gd name="connsiteX29" fmla="*/ 141603 w 1016317"/>
                  <a:gd name="connsiteY29" fmla="*/ 871290 h 991821"/>
                  <a:gd name="connsiteX30" fmla="*/ 247708 w 1016317"/>
                  <a:gd name="connsiteY30" fmla="*/ 913421 h 991821"/>
                  <a:gd name="connsiteX31" fmla="*/ 353575 w 1016317"/>
                  <a:gd name="connsiteY31" fmla="*/ 871765 h 991821"/>
                  <a:gd name="connsiteX32" fmla="*/ 340875 w 1016317"/>
                  <a:gd name="connsiteY32" fmla="*/ 855915 h 991821"/>
                  <a:gd name="connsiteX33" fmla="*/ 154371 w 1016317"/>
                  <a:gd name="connsiteY33" fmla="*/ 855644 h 991821"/>
                  <a:gd name="connsiteX34" fmla="*/ 22460 w 1016317"/>
                  <a:gd name="connsiteY34" fmla="*/ 559446 h 991821"/>
                  <a:gd name="connsiteX35" fmla="*/ 80677 w 1016317"/>
                  <a:gd name="connsiteY35" fmla="*/ 448634 h 991821"/>
                  <a:gd name="connsiteX36" fmla="*/ 224848 w 1016317"/>
                  <a:gd name="connsiteY36" fmla="*/ 474610 h 991821"/>
                  <a:gd name="connsiteX37" fmla="*/ 405492 w 1016317"/>
                  <a:gd name="connsiteY37" fmla="*/ 507054 h 991821"/>
                  <a:gd name="connsiteX38" fmla="*/ 483623 w 1016317"/>
                  <a:gd name="connsiteY38" fmla="*/ 645095 h 991821"/>
                  <a:gd name="connsiteX39" fmla="*/ 399938 w 1016317"/>
                  <a:gd name="connsiteY39" fmla="*/ 793567 h 991821"/>
                  <a:gd name="connsiteX40" fmla="*/ 416127 w 1016317"/>
                  <a:gd name="connsiteY40" fmla="*/ 805826 h 991821"/>
                  <a:gd name="connsiteX41" fmla="*/ 503367 w 1016317"/>
                  <a:gd name="connsiteY41" fmla="*/ 650615 h 991821"/>
                  <a:gd name="connsiteX42" fmla="*/ 526633 w 1016317"/>
                  <a:gd name="connsiteY42" fmla="*/ 652851 h 991821"/>
                  <a:gd name="connsiteX43" fmla="*/ 541501 w 1016317"/>
                  <a:gd name="connsiteY43" fmla="*/ 651936 h 991821"/>
                  <a:gd name="connsiteX44" fmla="*/ 605848 w 1016317"/>
                  <a:gd name="connsiteY44" fmla="*/ 823031 h 991821"/>
                  <a:gd name="connsiteX45" fmla="*/ 661626 w 1016317"/>
                  <a:gd name="connsiteY45" fmla="*/ 974889 h 991821"/>
                  <a:gd name="connsiteX46" fmla="*/ 723297 w 1016317"/>
                  <a:gd name="connsiteY46" fmla="*/ 991822 h 991821"/>
                  <a:gd name="connsiteX47" fmla="*/ 806237 w 1016317"/>
                  <a:gd name="connsiteY47" fmla="*/ 974076 h 991821"/>
                  <a:gd name="connsiteX48" fmla="*/ 1012823 w 1016317"/>
                  <a:gd name="connsiteY48" fmla="*/ 699045 h 991821"/>
                  <a:gd name="connsiteX49" fmla="*/ 982343 w 1016317"/>
                  <a:gd name="connsiteY49" fmla="*/ 563205 h 991821"/>
                  <a:gd name="connsiteX50" fmla="*/ 719165 w 1016317"/>
                  <a:gd name="connsiteY50" fmla="*/ 485922 h 991821"/>
                  <a:gd name="connsiteX51" fmla="*/ 423713 w 1016317"/>
                  <a:gd name="connsiteY51" fmla="*/ 529711 h 991821"/>
                  <a:gd name="connsiteX52" fmla="*/ 526633 w 1016317"/>
                  <a:gd name="connsiteY52" fmla="*/ 426723 h 991821"/>
                  <a:gd name="connsiteX53" fmla="*/ 629622 w 1016317"/>
                  <a:gd name="connsiteY53" fmla="*/ 529644 h 991821"/>
                  <a:gd name="connsiteX54" fmla="*/ 526701 w 1016317"/>
                  <a:gd name="connsiteY54" fmla="*/ 632632 h 991821"/>
                  <a:gd name="connsiteX55" fmla="*/ 526633 w 1016317"/>
                  <a:gd name="connsiteY55" fmla="*/ 632632 h 991821"/>
                  <a:gd name="connsiteX56" fmla="*/ 423713 w 1016317"/>
                  <a:gd name="connsiteY56" fmla="*/ 529711 h 991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1016317" h="991821">
                    <a:moveTo>
                      <a:pt x="719165" y="485922"/>
                    </a:moveTo>
                    <a:lnTo>
                      <a:pt x="719572" y="506242"/>
                    </a:lnTo>
                    <a:cubicBezTo>
                      <a:pt x="788321" y="504921"/>
                      <a:pt x="911765" y="512270"/>
                      <a:pt x="966799" y="576515"/>
                    </a:cubicBezTo>
                    <a:cubicBezTo>
                      <a:pt x="992503" y="606453"/>
                      <a:pt x="1001207" y="646551"/>
                      <a:pt x="992707" y="695624"/>
                    </a:cubicBezTo>
                    <a:cubicBezTo>
                      <a:pt x="961414" y="875964"/>
                      <a:pt x="836107" y="939938"/>
                      <a:pt x="798413" y="955246"/>
                    </a:cubicBezTo>
                    <a:cubicBezTo>
                      <a:pt x="748054" y="975735"/>
                      <a:pt x="698913" y="976988"/>
                      <a:pt x="673310" y="958429"/>
                    </a:cubicBezTo>
                    <a:cubicBezTo>
                      <a:pt x="643846" y="937127"/>
                      <a:pt x="635041" y="880197"/>
                      <a:pt x="625693" y="819915"/>
                    </a:cubicBezTo>
                    <a:cubicBezTo>
                      <a:pt x="615533" y="753739"/>
                      <a:pt x="604832" y="685600"/>
                      <a:pt x="565919" y="646382"/>
                    </a:cubicBezTo>
                    <a:cubicBezTo>
                      <a:pt x="630354" y="624745"/>
                      <a:pt x="665047" y="554966"/>
                      <a:pt x="643406" y="490534"/>
                    </a:cubicBezTo>
                    <a:cubicBezTo>
                      <a:pt x="639643" y="479321"/>
                      <a:pt x="634279" y="468714"/>
                      <a:pt x="627488" y="459032"/>
                    </a:cubicBezTo>
                    <a:cubicBezTo>
                      <a:pt x="635345" y="406606"/>
                      <a:pt x="692749" y="363528"/>
                      <a:pt x="748325" y="321838"/>
                    </a:cubicBezTo>
                    <a:cubicBezTo>
                      <a:pt x="800716" y="282654"/>
                      <a:pt x="850263" y="245604"/>
                      <a:pt x="856224" y="201205"/>
                    </a:cubicBezTo>
                    <a:cubicBezTo>
                      <a:pt x="861575" y="162529"/>
                      <a:pt x="835193" y="113727"/>
                      <a:pt x="787441" y="73900"/>
                    </a:cubicBezTo>
                    <a:cubicBezTo>
                      <a:pt x="698676" y="-133"/>
                      <a:pt x="571642" y="-19945"/>
                      <a:pt x="447623" y="20831"/>
                    </a:cubicBezTo>
                    <a:cubicBezTo>
                      <a:pt x="365564" y="47924"/>
                      <a:pt x="325533" y="106818"/>
                      <a:pt x="331832" y="191417"/>
                    </a:cubicBezTo>
                    <a:lnTo>
                      <a:pt x="352152" y="189927"/>
                    </a:lnTo>
                    <a:cubicBezTo>
                      <a:pt x="346463" y="113558"/>
                      <a:pt x="379788" y="64620"/>
                      <a:pt x="454023" y="40135"/>
                    </a:cubicBezTo>
                    <a:cubicBezTo>
                      <a:pt x="627827" y="-17032"/>
                      <a:pt x="743211" y="63469"/>
                      <a:pt x="774436" y="89445"/>
                    </a:cubicBezTo>
                    <a:cubicBezTo>
                      <a:pt x="816397" y="124361"/>
                      <a:pt x="840408" y="167101"/>
                      <a:pt x="836107" y="198428"/>
                    </a:cubicBezTo>
                    <a:cubicBezTo>
                      <a:pt x="831129" y="234428"/>
                      <a:pt x="785036" y="268938"/>
                      <a:pt x="736234" y="305582"/>
                    </a:cubicBezTo>
                    <a:cubicBezTo>
                      <a:pt x="682657" y="345781"/>
                      <a:pt x="627455" y="387200"/>
                      <a:pt x="611165" y="440032"/>
                    </a:cubicBezTo>
                    <a:cubicBezTo>
                      <a:pt x="567643" y="398847"/>
                      <a:pt x="500780" y="395017"/>
                      <a:pt x="452838" y="430956"/>
                    </a:cubicBezTo>
                    <a:cubicBezTo>
                      <a:pt x="438038" y="409417"/>
                      <a:pt x="399735" y="350523"/>
                      <a:pt x="374775" y="284246"/>
                    </a:cubicBezTo>
                    <a:lnTo>
                      <a:pt x="355810" y="291425"/>
                    </a:lnTo>
                    <a:cubicBezTo>
                      <a:pt x="382700" y="362782"/>
                      <a:pt x="423340" y="424183"/>
                      <a:pt x="437598" y="444604"/>
                    </a:cubicBezTo>
                    <a:cubicBezTo>
                      <a:pt x="426971" y="455723"/>
                      <a:pt x="418504" y="468724"/>
                      <a:pt x="412638" y="482941"/>
                    </a:cubicBezTo>
                    <a:cubicBezTo>
                      <a:pt x="364311" y="504650"/>
                      <a:pt x="297085" y="479724"/>
                      <a:pt x="231960" y="455543"/>
                    </a:cubicBezTo>
                    <a:cubicBezTo>
                      <a:pt x="170695" y="432785"/>
                      <a:pt x="112851" y="411313"/>
                      <a:pt x="72211" y="430211"/>
                    </a:cubicBezTo>
                    <a:cubicBezTo>
                      <a:pt x="36684" y="446670"/>
                      <a:pt x="9930" y="495201"/>
                      <a:pt x="2310" y="556805"/>
                    </a:cubicBezTo>
                    <a:cubicBezTo>
                      <a:pt x="-11914" y="671511"/>
                      <a:pt x="40173" y="789062"/>
                      <a:pt x="141603" y="871290"/>
                    </a:cubicBezTo>
                    <a:cubicBezTo>
                      <a:pt x="176249" y="899366"/>
                      <a:pt x="211944" y="913421"/>
                      <a:pt x="247708" y="913421"/>
                    </a:cubicBezTo>
                    <a:cubicBezTo>
                      <a:pt x="283471" y="913421"/>
                      <a:pt x="318828" y="899535"/>
                      <a:pt x="353575" y="871765"/>
                    </a:cubicBezTo>
                    <a:lnTo>
                      <a:pt x="340875" y="855915"/>
                    </a:lnTo>
                    <a:cubicBezTo>
                      <a:pt x="278763" y="905631"/>
                      <a:pt x="216042" y="905631"/>
                      <a:pt x="154371" y="855644"/>
                    </a:cubicBezTo>
                    <a:cubicBezTo>
                      <a:pt x="12131" y="740497"/>
                      <a:pt x="17482" y="599781"/>
                      <a:pt x="22460" y="559446"/>
                    </a:cubicBezTo>
                    <a:cubicBezTo>
                      <a:pt x="29234" y="505429"/>
                      <a:pt x="51992" y="461944"/>
                      <a:pt x="80677" y="448634"/>
                    </a:cubicBezTo>
                    <a:cubicBezTo>
                      <a:pt x="113629" y="433327"/>
                      <a:pt x="167647" y="453376"/>
                      <a:pt x="224848" y="474610"/>
                    </a:cubicBezTo>
                    <a:cubicBezTo>
                      <a:pt x="287603" y="497910"/>
                      <a:pt x="352254" y="522024"/>
                      <a:pt x="405492" y="507054"/>
                    </a:cubicBezTo>
                    <a:cubicBezTo>
                      <a:pt x="394472" y="565952"/>
                      <a:pt x="427455" y="624226"/>
                      <a:pt x="483623" y="645095"/>
                    </a:cubicBezTo>
                    <a:cubicBezTo>
                      <a:pt x="473293" y="669716"/>
                      <a:pt x="443559" y="735892"/>
                      <a:pt x="399938" y="793567"/>
                    </a:cubicBezTo>
                    <a:lnTo>
                      <a:pt x="416127" y="805826"/>
                    </a:lnTo>
                    <a:cubicBezTo>
                      <a:pt x="463066" y="743749"/>
                      <a:pt x="493681" y="674187"/>
                      <a:pt x="503367" y="650615"/>
                    </a:cubicBezTo>
                    <a:cubicBezTo>
                      <a:pt x="511034" y="652099"/>
                      <a:pt x="518824" y="652847"/>
                      <a:pt x="526633" y="652851"/>
                    </a:cubicBezTo>
                    <a:cubicBezTo>
                      <a:pt x="531602" y="652837"/>
                      <a:pt x="536567" y="652532"/>
                      <a:pt x="541501" y="651936"/>
                    </a:cubicBezTo>
                    <a:cubicBezTo>
                      <a:pt x="584037" y="683534"/>
                      <a:pt x="595078" y="754417"/>
                      <a:pt x="605848" y="823031"/>
                    </a:cubicBezTo>
                    <a:cubicBezTo>
                      <a:pt x="616008" y="887614"/>
                      <a:pt x="625321" y="948608"/>
                      <a:pt x="661626" y="974889"/>
                    </a:cubicBezTo>
                    <a:cubicBezTo>
                      <a:pt x="677239" y="986200"/>
                      <a:pt x="698676" y="991822"/>
                      <a:pt x="723297" y="991822"/>
                    </a:cubicBezTo>
                    <a:cubicBezTo>
                      <a:pt x="751820" y="991236"/>
                      <a:pt x="779970" y="985211"/>
                      <a:pt x="806237" y="974076"/>
                    </a:cubicBezTo>
                    <a:cubicBezTo>
                      <a:pt x="913255" y="930523"/>
                      <a:pt x="990505" y="827738"/>
                      <a:pt x="1012823" y="699045"/>
                    </a:cubicBezTo>
                    <a:cubicBezTo>
                      <a:pt x="1022441" y="643673"/>
                      <a:pt x="1012180" y="597987"/>
                      <a:pt x="982343" y="563205"/>
                    </a:cubicBezTo>
                    <a:cubicBezTo>
                      <a:pt x="924770" y="496251"/>
                      <a:pt x="807456" y="484161"/>
                      <a:pt x="719165" y="485922"/>
                    </a:cubicBezTo>
                    <a:close/>
                    <a:moveTo>
                      <a:pt x="423713" y="529711"/>
                    </a:moveTo>
                    <a:cubicBezTo>
                      <a:pt x="423692" y="472853"/>
                      <a:pt x="469775" y="426743"/>
                      <a:pt x="526633" y="426723"/>
                    </a:cubicBezTo>
                    <a:cubicBezTo>
                      <a:pt x="583492" y="426702"/>
                      <a:pt x="629602" y="472785"/>
                      <a:pt x="629622" y="529644"/>
                    </a:cubicBezTo>
                    <a:cubicBezTo>
                      <a:pt x="629642" y="586502"/>
                      <a:pt x="583560" y="632612"/>
                      <a:pt x="526701" y="632632"/>
                    </a:cubicBezTo>
                    <a:cubicBezTo>
                      <a:pt x="526678" y="632632"/>
                      <a:pt x="526657" y="632632"/>
                      <a:pt x="526633" y="632632"/>
                    </a:cubicBezTo>
                    <a:cubicBezTo>
                      <a:pt x="469815" y="632575"/>
                      <a:pt x="423770" y="586529"/>
                      <a:pt x="423713" y="529711"/>
                    </a:cubicBezTo>
                    <a:close/>
                  </a:path>
                </a:pathLst>
              </a:custGeom>
              <a:grpFill/>
              <a:ln w="33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35" name="Ellipse 1734">
              <a:extLst>
                <a:ext uri="{FF2B5EF4-FFF2-40B4-BE49-F238E27FC236}">
                  <a16:creationId xmlns:a16="http://schemas.microsoft.com/office/drawing/2014/main" id="{DD751A33-3A3B-5F09-ECDC-887B9DF8582A}"/>
                </a:ext>
              </a:extLst>
            </p:cNvPr>
            <p:cNvSpPr/>
            <p:nvPr/>
          </p:nvSpPr>
          <p:spPr>
            <a:xfrm>
              <a:off x="1041291" y="42524"/>
              <a:ext cx="307648" cy="290557"/>
            </a:xfrm>
            <a:prstGeom prst="ellips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736" name="Gerader Verbinder 1735">
              <a:extLst>
                <a:ext uri="{FF2B5EF4-FFF2-40B4-BE49-F238E27FC236}">
                  <a16:creationId xmlns:a16="http://schemas.microsoft.com/office/drawing/2014/main" id="{B5AB1126-D31F-D10A-CD2C-B9E008C6C531}"/>
                </a:ext>
              </a:extLst>
            </p:cNvPr>
            <p:cNvCxnSpPr>
              <a:cxnSpLocks/>
            </p:cNvCxnSpPr>
            <p:nvPr/>
          </p:nvCxnSpPr>
          <p:spPr>
            <a:xfrm>
              <a:off x="1399013" y="4069"/>
              <a:ext cx="0" cy="367469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737" name="Gerader Verbinder 1736">
              <a:extLst>
                <a:ext uri="{FF2B5EF4-FFF2-40B4-BE49-F238E27FC236}">
                  <a16:creationId xmlns:a16="http://schemas.microsoft.com/office/drawing/2014/main" id="{917BE4C5-A46D-D2A9-CADE-83685F149650}"/>
                </a:ext>
              </a:extLst>
            </p:cNvPr>
            <p:cNvCxnSpPr>
              <a:cxnSpLocks/>
            </p:cNvCxnSpPr>
            <p:nvPr/>
          </p:nvCxnSpPr>
          <p:spPr>
            <a:xfrm>
              <a:off x="1444947" y="42524"/>
              <a:ext cx="90889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738" name="Gerader Verbinder 1737">
              <a:extLst>
                <a:ext uri="{FF2B5EF4-FFF2-40B4-BE49-F238E27FC236}">
                  <a16:creationId xmlns:a16="http://schemas.microsoft.com/office/drawing/2014/main" id="{3A8B9950-A749-D246-E0B2-46A4245F93B5}"/>
                </a:ext>
              </a:extLst>
            </p:cNvPr>
            <p:cNvCxnSpPr>
              <a:cxnSpLocks/>
            </p:cNvCxnSpPr>
            <p:nvPr/>
          </p:nvCxnSpPr>
          <p:spPr>
            <a:xfrm>
              <a:off x="1444946" y="87237"/>
              <a:ext cx="90889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739" name="Gerader Verbinder 1738">
              <a:extLst>
                <a:ext uri="{FF2B5EF4-FFF2-40B4-BE49-F238E27FC236}">
                  <a16:creationId xmlns:a16="http://schemas.microsoft.com/office/drawing/2014/main" id="{5F23C59A-6718-33B6-84A5-40D4CE30F9BE}"/>
                </a:ext>
              </a:extLst>
            </p:cNvPr>
            <p:cNvCxnSpPr>
              <a:cxnSpLocks/>
            </p:cNvCxnSpPr>
            <p:nvPr/>
          </p:nvCxnSpPr>
          <p:spPr>
            <a:xfrm>
              <a:off x="1444946" y="65294"/>
              <a:ext cx="90889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grpSp>
          <p:nvGrpSpPr>
            <p:cNvPr id="1740" name="ee4p_icon_group">
              <a:extLst>
                <a:ext uri="{FF2B5EF4-FFF2-40B4-BE49-F238E27FC236}">
                  <a16:creationId xmlns:a16="http://schemas.microsoft.com/office/drawing/2014/main" id="{DB8D01BC-967F-004F-50C7-158F30DB95F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59704" y="562350"/>
              <a:ext cx="469068" cy="469067"/>
              <a:chOff x="4032000" y="2889085"/>
              <a:chExt cx="1080000" cy="1079999"/>
            </a:xfrm>
          </p:grpSpPr>
          <p:grpSp>
            <p:nvGrpSpPr>
              <p:cNvPr id="1741" name="ee4p_icon_frame">
                <a:extLst>
                  <a:ext uri="{FF2B5EF4-FFF2-40B4-BE49-F238E27FC236}">
                    <a16:creationId xmlns:a16="http://schemas.microsoft.com/office/drawing/2014/main" id="{9F61CB84-658E-61B6-957A-BF2B3CE1D9F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032000" y="2889085"/>
                <a:ext cx="1080000" cy="1079999"/>
                <a:chOff x="4737100" y="1701800"/>
                <a:chExt cx="1098550" cy="1098550"/>
              </a:xfrm>
              <a:solidFill>
                <a:srgbClr val="A6BBC8"/>
              </a:solidFill>
            </p:grpSpPr>
            <p:cxnSp>
              <p:nvCxnSpPr>
                <p:cNvPr id="1743" name="ee4p_icon_frame_top">
                  <a:extLst>
                    <a:ext uri="{FF2B5EF4-FFF2-40B4-BE49-F238E27FC236}">
                      <a16:creationId xmlns:a16="http://schemas.microsoft.com/office/drawing/2014/main" id="{0D5E23E9-C4FD-1609-3FF2-773E922F919F}"/>
                    </a:ext>
                  </a:extLst>
                </p:cNvPr>
                <p:cNvCxnSpPr/>
                <p:nvPr/>
              </p:nvCxnSpPr>
              <p:spPr>
                <a:xfrm>
                  <a:off x="4737100" y="1701800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1744" name="ee4p_icon_frame_bottom">
                  <a:extLst>
                    <a:ext uri="{FF2B5EF4-FFF2-40B4-BE49-F238E27FC236}">
                      <a16:creationId xmlns:a16="http://schemas.microsoft.com/office/drawing/2014/main" id="{0E413050-53D7-9EFF-0C35-A29C8626A073}"/>
                    </a:ext>
                  </a:extLst>
                </p:cNvPr>
                <p:cNvCxnSpPr/>
                <p:nvPr/>
              </p:nvCxnSpPr>
              <p:spPr>
                <a:xfrm>
                  <a:off x="4737100" y="2800350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1745" name="ee4p_icon_frame_left">
                  <a:extLst>
                    <a:ext uri="{FF2B5EF4-FFF2-40B4-BE49-F238E27FC236}">
                      <a16:creationId xmlns:a16="http://schemas.microsoft.com/office/drawing/2014/main" id="{36E8D4DF-1E0C-2B70-0751-3B8BA75F4E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187825" y="2251075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1746" name="ee4p_icon_frame_right">
                  <a:extLst>
                    <a:ext uri="{FF2B5EF4-FFF2-40B4-BE49-F238E27FC236}">
                      <a16:creationId xmlns:a16="http://schemas.microsoft.com/office/drawing/2014/main" id="{946A8C58-DBFC-7395-F4CE-F5EF50C5C9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5286375" y="2251075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</p:grpSp>
          <p:sp>
            <p:nvSpPr>
              <p:cNvPr id="1742" name="ee4p_icon">
                <a:extLst>
                  <a:ext uri="{FF2B5EF4-FFF2-40B4-BE49-F238E27FC236}">
                    <a16:creationId xmlns:a16="http://schemas.microsoft.com/office/drawing/2014/main" id="{9537F712-4548-13D8-35D9-A4D5A9CBAE8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064203" y="3104455"/>
                <a:ext cx="1015593" cy="649257"/>
              </a:xfrm>
              <a:custGeom>
                <a:avLst/>
                <a:gdLst>
                  <a:gd name="connsiteX0" fmla="*/ 426754 w 1015593"/>
                  <a:gd name="connsiteY0" fmla="*/ 20320 h 649257"/>
                  <a:gd name="connsiteX1" fmla="*/ 270493 w 1015593"/>
                  <a:gd name="connsiteY1" fmla="*/ 20320 h 649257"/>
                  <a:gd name="connsiteX2" fmla="*/ 270493 w 1015593"/>
                  <a:gd name="connsiteY2" fmla="*/ 0 h 649257"/>
                  <a:gd name="connsiteX3" fmla="*/ 603301 w 1015593"/>
                  <a:gd name="connsiteY3" fmla="*/ 0 h 649257"/>
                  <a:gd name="connsiteX4" fmla="*/ 603301 w 1015593"/>
                  <a:gd name="connsiteY4" fmla="*/ 20320 h 649257"/>
                  <a:gd name="connsiteX5" fmla="*/ 447074 w 1015593"/>
                  <a:gd name="connsiteY5" fmla="*/ 20320 h 649257"/>
                  <a:gd name="connsiteX6" fmla="*/ 447074 w 1015593"/>
                  <a:gd name="connsiteY6" fmla="*/ 129608 h 649257"/>
                  <a:gd name="connsiteX7" fmla="*/ 504410 w 1015593"/>
                  <a:gd name="connsiteY7" fmla="*/ 129608 h 649257"/>
                  <a:gd name="connsiteX8" fmla="*/ 504410 w 1015593"/>
                  <a:gd name="connsiteY8" fmla="*/ 149928 h 649257"/>
                  <a:gd name="connsiteX9" fmla="*/ 369350 w 1015593"/>
                  <a:gd name="connsiteY9" fmla="*/ 149928 h 649257"/>
                  <a:gd name="connsiteX10" fmla="*/ 369350 w 1015593"/>
                  <a:gd name="connsiteY10" fmla="*/ 129608 h 649257"/>
                  <a:gd name="connsiteX11" fmla="*/ 426754 w 1015593"/>
                  <a:gd name="connsiteY11" fmla="*/ 129608 h 649257"/>
                  <a:gd name="connsiteX12" fmla="*/ 1005434 w 1015593"/>
                  <a:gd name="connsiteY12" fmla="*/ 200592 h 649257"/>
                  <a:gd name="connsiteX13" fmla="*/ 920970 w 1015593"/>
                  <a:gd name="connsiteY13" fmla="*/ 200592 h 649257"/>
                  <a:gd name="connsiteX14" fmla="*/ 911725 w 1015593"/>
                  <a:gd name="connsiteY14" fmla="*/ 206519 h 649257"/>
                  <a:gd name="connsiteX15" fmla="*/ 864311 w 1015593"/>
                  <a:gd name="connsiteY15" fmla="*/ 310049 h 649257"/>
                  <a:gd name="connsiteX16" fmla="*/ 775919 w 1015593"/>
                  <a:gd name="connsiteY16" fmla="*/ 310049 h 649257"/>
                  <a:gd name="connsiteX17" fmla="*/ 775919 w 1015593"/>
                  <a:gd name="connsiteY17" fmla="*/ 188299 h 649257"/>
                  <a:gd name="connsiteX18" fmla="*/ 765759 w 1015593"/>
                  <a:gd name="connsiteY18" fmla="*/ 178139 h 649257"/>
                  <a:gd name="connsiteX19" fmla="*/ 630902 w 1015593"/>
                  <a:gd name="connsiteY19" fmla="*/ 178139 h 649257"/>
                  <a:gd name="connsiteX20" fmla="*/ 581118 w 1015593"/>
                  <a:gd name="connsiteY20" fmla="*/ 78605 h 649257"/>
                  <a:gd name="connsiteX21" fmla="*/ 572143 w 1015593"/>
                  <a:gd name="connsiteY21" fmla="*/ 72983 h 649257"/>
                  <a:gd name="connsiteX22" fmla="*/ 488256 w 1015593"/>
                  <a:gd name="connsiteY22" fmla="*/ 72983 h 649257"/>
                  <a:gd name="connsiteX23" fmla="*/ 488256 w 1015593"/>
                  <a:gd name="connsiteY23" fmla="*/ 93303 h 649257"/>
                  <a:gd name="connsiteX24" fmla="*/ 565777 w 1015593"/>
                  <a:gd name="connsiteY24" fmla="*/ 93303 h 649257"/>
                  <a:gd name="connsiteX25" fmla="*/ 615527 w 1015593"/>
                  <a:gd name="connsiteY25" fmla="*/ 192837 h 649257"/>
                  <a:gd name="connsiteX26" fmla="*/ 624637 w 1015593"/>
                  <a:gd name="connsiteY26" fmla="*/ 198459 h 649257"/>
                  <a:gd name="connsiteX27" fmla="*/ 755599 w 1015593"/>
                  <a:gd name="connsiteY27" fmla="*/ 198459 h 649257"/>
                  <a:gd name="connsiteX28" fmla="*/ 755599 w 1015593"/>
                  <a:gd name="connsiteY28" fmla="*/ 320379 h 649257"/>
                  <a:gd name="connsiteX29" fmla="*/ 765759 w 1015593"/>
                  <a:gd name="connsiteY29" fmla="*/ 330539 h 649257"/>
                  <a:gd name="connsiteX30" fmla="*/ 870746 w 1015593"/>
                  <a:gd name="connsiteY30" fmla="*/ 330539 h 649257"/>
                  <a:gd name="connsiteX31" fmla="*/ 879958 w 1015593"/>
                  <a:gd name="connsiteY31" fmla="*/ 324612 h 649257"/>
                  <a:gd name="connsiteX32" fmla="*/ 927371 w 1015593"/>
                  <a:gd name="connsiteY32" fmla="*/ 221082 h 649257"/>
                  <a:gd name="connsiteX33" fmla="*/ 995104 w 1015593"/>
                  <a:gd name="connsiteY33" fmla="*/ 221082 h 649257"/>
                  <a:gd name="connsiteX34" fmla="*/ 995104 w 1015593"/>
                  <a:gd name="connsiteY34" fmla="*/ 557411 h 649257"/>
                  <a:gd name="connsiteX35" fmla="*/ 927371 w 1015593"/>
                  <a:gd name="connsiteY35" fmla="*/ 557411 h 649257"/>
                  <a:gd name="connsiteX36" fmla="*/ 879958 w 1015593"/>
                  <a:gd name="connsiteY36" fmla="*/ 453881 h 649257"/>
                  <a:gd name="connsiteX37" fmla="*/ 870746 w 1015593"/>
                  <a:gd name="connsiteY37" fmla="*/ 447954 h 649257"/>
                  <a:gd name="connsiteX38" fmla="*/ 765759 w 1015593"/>
                  <a:gd name="connsiteY38" fmla="*/ 447954 h 649257"/>
                  <a:gd name="connsiteX39" fmla="*/ 755599 w 1015593"/>
                  <a:gd name="connsiteY39" fmla="*/ 458114 h 649257"/>
                  <a:gd name="connsiteX40" fmla="*/ 755599 w 1015593"/>
                  <a:gd name="connsiteY40" fmla="*/ 628938 h 649257"/>
                  <a:gd name="connsiteX41" fmla="*/ 552399 w 1015593"/>
                  <a:gd name="connsiteY41" fmla="*/ 628938 h 649257"/>
                  <a:gd name="connsiteX42" fmla="*/ 552399 w 1015593"/>
                  <a:gd name="connsiteY42" fmla="*/ 649258 h 649257"/>
                  <a:gd name="connsiteX43" fmla="*/ 765759 w 1015593"/>
                  <a:gd name="connsiteY43" fmla="*/ 649258 h 649257"/>
                  <a:gd name="connsiteX44" fmla="*/ 775919 w 1015593"/>
                  <a:gd name="connsiteY44" fmla="*/ 639098 h 649257"/>
                  <a:gd name="connsiteX45" fmla="*/ 775919 w 1015593"/>
                  <a:gd name="connsiteY45" fmla="*/ 468105 h 649257"/>
                  <a:gd name="connsiteX46" fmla="*/ 864277 w 1015593"/>
                  <a:gd name="connsiteY46" fmla="*/ 468105 h 649257"/>
                  <a:gd name="connsiteX47" fmla="*/ 911691 w 1015593"/>
                  <a:gd name="connsiteY47" fmla="*/ 571636 h 649257"/>
                  <a:gd name="connsiteX48" fmla="*/ 920936 w 1015593"/>
                  <a:gd name="connsiteY48" fmla="*/ 577562 h 649257"/>
                  <a:gd name="connsiteX49" fmla="*/ 1005434 w 1015593"/>
                  <a:gd name="connsiteY49" fmla="*/ 577562 h 649257"/>
                  <a:gd name="connsiteX50" fmla="*/ 1015594 w 1015593"/>
                  <a:gd name="connsiteY50" fmla="*/ 567402 h 649257"/>
                  <a:gd name="connsiteX51" fmla="*/ 1015594 w 1015593"/>
                  <a:gd name="connsiteY51" fmla="*/ 210752 h 649257"/>
                  <a:gd name="connsiteX52" fmla="*/ 1005434 w 1015593"/>
                  <a:gd name="connsiteY52" fmla="*/ 200592 h 649257"/>
                  <a:gd name="connsiteX53" fmla="*/ 242621 w 1015593"/>
                  <a:gd name="connsiteY53" fmla="*/ 555955 h 649257"/>
                  <a:gd name="connsiteX54" fmla="*/ 237236 w 1015593"/>
                  <a:gd name="connsiteY54" fmla="*/ 554397 h 649257"/>
                  <a:gd name="connsiteX55" fmla="*/ 237236 w 1015593"/>
                  <a:gd name="connsiteY55" fmla="*/ 554397 h 649257"/>
                  <a:gd name="connsiteX56" fmla="*/ 103530 w 1015593"/>
                  <a:gd name="connsiteY56" fmla="*/ 554397 h 649257"/>
                  <a:gd name="connsiteX57" fmla="*/ 103530 w 1015593"/>
                  <a:gd name="connsiteY57" fmla="*/ 209398 h 649257"/>
                  <a:gd name="connsiteX58" fmla="*/ 237236 w 1015593"/>
                  <a:gd name="connsiteY58" fmla="*/ 209398 h 649257"/>
                  <a:gd name="connsiteX59" fmla="*/ 245872 w 1015593"/>
                  <a:gd name="connsiteY59" fmla="*/ 204589 h 649257"/>
                  <a:gd name="connsiteX60" fmla="*/ 314757 w 1015593"/>
                  <a:gd name="connsiteY60" fmla="*/ 93303 h 649257"/>
                  <a:gd name="connsiteX61" fmla="*/ 388044 w 1015593"/>
                  <a:gd name="connsiteY61" fmla="*/ 93303 h 649257"/>
                  <a:gd name="connsiteX62" fmla="*/ 388044 w 1015593"/>
                  <a:gd name="connsiteY62" fmla="*/ 72983 h 649257"/>
                  <a:gd name="connsiteX63" fmla="*/ 309169 w 1015593"/>
                  <a:gd name="connsiteY63" fmla="*/ 72983 h 649257"/>
                  <a:gd name="connsiteX64" fmla="*/ 300533 w 1015593"/>
                  <a:gd name="connsiteY64" fmla="*/ 77792 h 649257"/>
                  <a:gd name="connsiteX65" fmla="*/ 231546 w 1015593"/>
                  <a:gd name="connsiteY65" fmla="*/ 189078 h 649257"/>
                  <a:gd name="connsiteX66" fmla="*/ 93337 w 1015593"/>
                  <a:gd name="connsiteY66" fmla="*/ 189078 h 649257"/>
                  <a:gd name="connsiteX67" fmla="*/ 83177 w 1015593"/>
                  <a:gd name="connsiteY67" fmla="*/ 199238 h 649257"/>
                  <a:gd name="connsiteX68" fmla="*/ 83177 w 1015593"/>
                  <a:gd name="connsiteY68" fmla="*/ 386182 h 649257"/>
                  <a:gd name="connsiteX69" fmla="*/ 20320 w 1015593"/>
                  <a:gd name="connsiteY69" fmla="*/ 386182 h 649257"/>
                  <a:gd name="connsiteX70" fmla="*/ 20320 w 1015593"/>
                  <a:gd name="connsiteY70" fmla="*/ 169841 h 649257"/>
                  <a:gd name="connsiteX71" fmla="*/ 0 w 1015593"/>
                  <a:gd name="connsiteY71" fmla="*/ 169841 h 649257"/>
                  <a:gd name="connsiteX72" fmla="*/ 0 w 1015593"/>
                  <a:gd name="connsiteY72" fmla="*/ 608313 h 649257"/>
                  <a:gd name="connsiteX73" fmla="*/ 20320 w 1015593"/>
                  <a:gd name="connsiteY73" fmla="*/ 608313 h 649257"/>
                  <a:gd name="connsiteX74" fmla="*/ 20320 w 1015593"/>
                  <a:gd name="connsiteY74" fmla="*/ 406603 h 649257"/>
                  <a:gd name="connsiteX75" fmla="*/ 83177 w 1015593"/>
                  <a:gd name="connsiteY75" fmla="*/ 406603 h 649257"/>
                  <a:gd name="connsiteX76" fmla="*/ 83177 w 1015593"/>
                  <a:gd name="connsiteY76" fmla="*/ 564625 h 649257"/>
                  <a:gd name="connsiteX77" fmla="*/ 93337 w 1015593"/>
                  <a:gd name="connsiteY77" fmla="*/ 574785 h 649257"/>
                  <a:gd name="connsiteX78" fmla="*/ 93337 w 1015593"/>
                  <a:gd name="connsiteY78" fmla="*/ 574785 h 649257"/>
                  <a:gd name="connsiteX79" fmla="*/ 234323 w 1015593"/>
                  <a:gd name="connsiteY79" fmla="*/ 574785 h 649257"/>
                  <a:gd name="connsiteX80" fmla="*/ 350825 w 1015593"/>
                  <a:gd name="connsiteY80" fmla="*/ 647598 h 649257"/>
                  <a:gd name="connsiteX81" fmla="*/ 356210 w 1015593"/>
                  <a:gd name="connsiteY81" fmla="*/ 649156 h 649257"/>
                  <a:gd name="connsiteX82" fmla="*/ 472474 w 1015593"/>
                  <a:gd name="connsiteY82" fmla="*/ 649156 h 649257"/>
                  <a:gd name="connsiteX83" fmla="*/ 472474 w 1015593"/>
                  <a:gd name="connsiteY83" fmla="*/ 628836 h 649257"/>
                  <a:gd name="connsiteX84" fmla="*/ 359122 w 1015593"/>
                  <a:gd name="connsiteY84" fmla="*/ 628836 h 649257"/>
                  <a:gd name="connsiteX85" fmla="*/ 420285 w 1015593"/>
                  <a:gd name="connsiteY85" fmla="*/ 352213 h 649257"/>
                  <a:gd name="connsiteX86" fmla="*/ 344255 w 1015593"/>
                  <a:gd name="connsiteY86" fmla="*/ 428244 h 649257"/>
                  <a:gd name="connsiteX87" fmla="*/ 343848 w 1015593"/>
                  <a:gd name="connsiteY87" fmla="*/ 428244 h 649257"/>
                  <a:gd name="connsiteX88" fmla="*/ 268529 w 1015593"/>
                  <a:gd name="connsiteY88" fmla="*/ 352213 h 649257"/>
                  <a:gd name="connsiteX89" fmla="*/ 343848 w 1015593"/>
                  <a:gd name="connsiteY89" fmla="*/ 276149 h 649257"/>
                  <a:gd name="connsiteX90" fmla="*/ 344255 w 1015593"/>
                  <a:gd name="connsiteY90" fmla="*/ 276149 h 649257"/>
                  <a:gd name="connsiteX91" fmla="*/ 420285 w 1015593"/>
                  <a:gd name="connsiteY91" fmla="*/ 352213 h 649257"/>
                  <a:gd name="connsiteX92" fmla="*/ 399965 w 1015593"/>
                  <a:gd name="connsiteY92" fmla="*/ 352213 h 649257"/>
                  <a:gd name="connsiteX93" fmla="*/ 344424 w 1015593"/>
                  <a:gd name="connsiteY93" fmla="*/ 296469 h 649257"/>
                  <a:gd name="connsiteX94" fmla="*/ 288849 w 1015593"/>
                  <a:gd name="connsiteY94" fmla="*/ 352213 h 649257"/>
                  <a:gd name="connsiteX95" fmla="*/ 344424 w 1015593"/>
                  <a:gd name="connsiteY95" fmla="*/ 407924 h 649257"/>
                  <a:gd name="connsiteX96" fmla="*/ 399965 w 1015593"/>
                  <a:gd name="connsiteY96" fmla="*/ 352213 h 649257"/>
                  <a:gd name="connsiteX97" fmla="*/ 561983 w 1015593"/>
                  <a:gd name="connsiteY97" fmla="*/ 468613 h 649257"/>
                  <a:gd name="connsiteX98" fmla="*/ 607768 w 1015593"/>
                  <a:gd name="connsiteY98" fmla="*/ 421745 h 649257"/>
                  <a:gd name="connsiteX99" fmla="*/ 608279 w 1015593"/>
                  <a:gd name="connsiteY99" fmla="*/ 421742 h 649257"/>
                  <a:gd name="connsiteX100" fmla="*/ 608686 w 1015593"/>
                  <a:gd name="connsiteY100" fmla="*/ 421742 h 649257"/>
                  <a:gd name="connsiteX101" fmla="*/ 655557 w 1015593"/>
                  <a:gd name="connsiteY101" fmla="*/ 468613 h 649257"/>
                  <a:gd name="connsiteX102" fmla="*/ 608686 w 1015593"/>
                  <a:gd name="connsiteY102" fmla="*/ 515485 h 649257"/>
                  <a:gd name="connsiteX103" fmla="*/ 608279 w 1015593"/>
                  <a:gd name="connsiteY103" fmla="*/ 515485 h 649257"/>
                  <a:gd name="connsiteX104" fmla="*/ 561980 w 1015593"/>
                  <a:gd name="connsiteY104" fmla="*/ 469057 h 649257"/>
                  <a:gd name="connsiteX105" fmla="*/ 561983 w 1015593"/>
                  <a:gd name="connsiteY105" fmla="*/ 468613 h 649257"/>
                  <a:gd name="connsiteX106" fmla="*/ 582303 w 1015593"/>
                  <a:gd name="connsiteY106" fmla="*/ 468613 h 649257"/>
                  <a:gd name="connsiteX107" fmla="*/ 608889 w 1015593"/>
                  <a:gd name="connsiteY107" fmla="*/ 495165 h 649257"/>
                  <a:gd name="connsiteX108" fmla="*/ 635440 w 1015593"/>
                  <a:gd name="connsiteY108" fmla="*/ 468613 h 649257"/>
                  <a:gd name="connsiteX109" fmla="*/ 608889 w 1015593"/>
                  <a:gd name="connsiteY109" fmla="*/ 442062 h 649257"/>
                  <a:gd name="connsiteX110" fmla="*/ 582303 w 1015593"/>
                  <a:gd name="connsiteY110" fmla="*/ 468613 h 649257"/>
                  <a:gd name="connsiteX111" fmla="*/ 417576 w 1015593"/>
                  <a:gd name="connsiteY111" fmla="*/ 256811 h 649257"/>
                  <a:gd name="connsiteX112" fmla="*/ 642823 w 1015593"/>
                  <a:gd name="connsiteY112" fmla="*/ 385843 h 649257"/>
                  <a:gd name="connsiteX113" fmla="*/ 694470 w 1015593"/>
                  <a:gd name="connsiteY113" fmla="*/ 493979 h 649257"/>
                  <a:gd name="connsiteX114" fmla="*/ 609397 w 1015593"/>
                  <a:gd name="connsiteY114" fmla="*/ 558224 h 649257"/>
                  <a:gd name="connsiteX115" fmla="*/ 591346 w 1015593"/>
                  <a:gd name="connsiteY115" fmla="*/ 556633 h 649257"/>
                  <a:gd name="connsiteX116" fmla="*/ 573701 w 1015593"/>
                  <a:gd name="connsiteY116" fmla="*/ 551146 h 649257"/>
                  <a:gd name="connsiteX117" fmla="*/ 314994 w 1015593"/>
                  <a:gd name="connsiteY117" fmla="*/ 469053 h 649257"/>
                  <a:gd name="connsiteX118" fmla="*/ 229383 w 1015593"/>
                  <a:gd name="connsiteY118" fmla="*/ 321821 h 649257"/>
                  <a:gd name="connsiteX119" fmla="*/ 376614 w 1015593"/>
                  <a:gd name="connsiteY119" fmla="*/ 236210 h 649257"/>
                  <a:gd name="connsiteX120" fmla="*/ 388112 w 1015593"/>
                  <a:gd name="connsiteY120" fmla="*/ 239878 h 649257"/>
                  <a:gd name="connsiteX121" fmla="*/ 389196 w 1015593"/>
                  <a:gd name="connsiteY121" fmla="*/ 240318 h 649257"/>
                  <a:gd name="connsiteX122" fmla="*/ 417576 w 1015593"/>
                  <a:gd name="connsiteY122" fmla="*/ 256811 h 649257"/>
                  <a:gd name="connsiteX123" fmla="*/ 632020 w 1015593"/>
                  <a:gd name="connsiteY123" fmla="*/ 403081 h 649257"/>
                  <a:gd name="connsiteX124" fmla="*/ 406840 w 1015593"/>
                  <a:gd name="connsiteY124" fmla="*/ 274083 h 649257"/>
                  <a:gd name="connsiteX125" fmla="*/ 405655 w 1015593"/>
                  <a:gd name="connsiteY125" fmla="*/ 273304 h 649257"/>
                  <a:gd name="connsiteX126" fmla="*/ 381237 w 1015593"/>
                  <a:gd name="connsiteY126" fmla="*/ 259317 h 649257"/>
                  <a:gd name="connsiteX127" fmla="*/ 380932 w 1015593"/>
                  <a:gd name="connsiteY127" fmla="*/ 259317 h 649257"/>
                  <a:gd name="connsiteX128" fmla="*/ 250863 w 1015593"/>
                  <a:gd name="connsiteY128" fmla="*/ 316904 h 649257"/>
                  <a:gd name="connsiteX129" fmla="*/ 244111 w 1015593"/>
                  <a:gd name="connsiteY129" fmla="*/ 352315 h 649257"/>
                  <a:gd name="connsiteX130" fmla="*/ 307983 w 1015593"/>
                  <a:gd name="connsiteY130" fmla="*/ 445516 h 649257"/>
                  <a:gd name="connsiteX131" fmla="*/ 320243 w 1015593"/>
                  <a:gd name="connsiteY131" fmla="*/ 449411 h 649257"/>
                  <a:gd name="connsiteX132" fmla="*/ 320853 w 1015593"/>
                  <a:gd name="connsiteY132" fmla="*/ 449411 h 649257"/>
                  <a:gd name="connsiteX133" fmla="*/ 580238 w 1015593"/>
                  <a:gd name="connsiteY133" fmla="*/ 531673 h 649257"/>
                  <a:gd name="connsiteX134" fmla="*/ 581220 w 1015593"/>
                  <a:gd name="connsiteY134" fmla="*/ 532045 h 649257"/>
                  <a:gd name="connsiteX135" fmla="*/ 594936 w 1015593"/>
                  <a:gd name="connsiteY135" fmla="*/ 536414 h 649257"/>
                  <a:gd name="connsiteX136" fmla="*/ 674997 w 1015593"/>
                  <a:gd name="connsiteY136" fmla="*/ 487951 h 649257"/>
                  <a:gd name="connsiteX137" fmla="*/ 633984 w 1015593"/>
                  <a:gd name="connsiteY137" fmla="*/ 403826 h 649257"/>
                  <a:gd name="connsiteX138" fmla="*/ 632020 w 1015593"/>
                  <a:gd name="connsiteY138" fmla="*/ 402946 h 649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1015593" h="649257">
                    <a:moveTo>
                      <a:pt x="426754" y="20320"/>
                    </a:moveTo>
                    <a:lnTo>
                      <a:pt x="270493" y="20320"/>
                    </a:lnTo>
                    <a:lnTo>
                      <a:pt x="270493" y="0"/>
                    </a:lnTo>
                    <a:lnTo>
                      <a:pt x="603301" y="0"/>
                    </a:lnTo>
                    <a:lnTo>
                      <a:pt x="603301" y="20320"/>
                    </a:lnTo>
                    <a:lnTo>
                      <a:pt x="447074" y="20320"/>
                    </a:lnTo>
                    <a:lnTo>
                      <a:pt x="447074" y="129608"/>
                    </a:lnTo>
                    <a:lnTo>
                      <a:pt x="504410" y="129608"/>
                    </a:lnTo>
                    <a:lnTo>
                      <a:pt x="504410" y="149928"/>
                    </a:lnTo>
                    <a:lnTo>
                      <a:pt x="369350" y="149928"/>
                    </a:lnTo>
                    <a:lnTo>
                      <a:pt x="369350" y="129608"/>
                    </a:lnTo>
                    <a:lnTo>
                      <a:pt x="426754" y="129608"/>
                    </a:lnTo>
                    <a:close/>
                    <a:moveTo>
                      <a:pt x="1005434" y="200592"/>
                    </a:moveTo>
                    <a:lnTo>
                      <a:pt x="920970" y="200592"/>
                    </a:lnTo>
                    <a:cubicBezTo>
                      <a:pt x="916994" y="200589"/>
                      <a:pt x="913381" y="202905"/>
                      <a:pt x="911725" y="206519"/>
                    </a:cubicBezTo>
                    <a:lnTo>
                      <a:pt x="864311" y="310049"/>
                    </a:lnTo>
                    <a:lnTo>
                      <a:pt x="775919" y="310049"/>
                    </a:lnTo>
                    <a:lnTo>
                      <a:pt x="775919" y="188299"/>
                    </a:lnTo>
                    <a:cubicBezTo>
                      <a:pt x="775919" y="182687"/>
                      <a:pt x="771371" y="178139"/>
                      <a:pt x="765759" y="178139"/>
                    </a:cubicBezTo>
                    <a:lnTo>
                      <a:pt x="630902" y="178139"/>
                    </a:lnTo>
                    <a:lnTo>
                      <a:pt x="581118" y="78605"/>
                    </a:lnTo>
                    <a:cubicBezTo>
                      <a:pt x="579418" y="75196"/>
                      <a:pt x="575953" y="73026"/>
                      <a:pt x="572143" y="72983"/>
                    </a:cubicBezTo>
                    <a:lnTo>
                      <a:pt x="488256" y="72983"/>
                    </a:lnTo>
                    <a:lnTo>
                      <a:pt x="488256" y="93303"/>
                    </a:lnTo>
                    <a:lnTo>
                      <a:pt x="565777" y="93303"/>
                    </a:lnTo>
                    <a:lnTo>
                      <a:pt x="615527" y="192837"/>
                    </a:lnTo>
                    <a:cubicBezTo>
                      <a:pt x="617251" y="196288"/>
                      <a:pt x="620779" y="198465"/>
                      <a:pt x="624637" y="198459"/>
                    </a:cubicBezTo>
                    <a:lnTo>
                      <a:pt x="755599" y="198459"/>
                    </a:lnTo>
                    <a:lnTo>
                      <a:pt x="755599" y="320379"/>
                    </a:lnTo>
                    <a:cubicBezTo>
                      <a:pt x="755599" y="325990"/>
                      <a:pt x="760148" y="330539"/>
                      <a:pt x="765759" y="330539"/>
                    </a:cubicBezTo>
                    <a:lnTo>
                      <a:pt x="870746" y="330539"/>
                    </a:lnTo>
                    <a:cubicBezTo>
                      <a:pt x="874708" y="330529"/>
                      <a:pt x="878305" y="328215"/>
                      <a:pt x="879958" y="324612"/>
                    </a:cubicBezTo>
                    <a:lnTo>
                      <a:pt x="927371" y="221082"/>
                    </a:lnTo>
                    <a:lnTo>
                      <a:pt x="995104" y="221082"/>
                    </a:lnTo>
                    <a:lnTo>
                      <a:pt x="995104" y="557411"/>
                    </a:lnTo>
                    <a:lnTo>
                      <a:pt x="927371" y="557411"/>
                    </a:lnTo>
                    <a:lnTo>
                      <a:pt x="879958" y="453881"/>
                    </a:lnTo>
                    <a:cubicBezTo>
                      <a:pt x="878305" y="450278"/>
                      <a:pt x="874708" y="447965"/>
                      <a:pt x="870746" y="447954"/>
                    </a:cubicBezTo>
                    <a:lnTo>
                      <a:pt x="765759" y="447954"/>
                    </a:lnTo>
                    <a:cubicBezTo>
                      <a:pt x="760148" y="447954"/>
                      <a:pt x="755599" y="452503"/>
                      <a:pt x="755599" y="458114"/>
                    </a:cubicBezTo>
                    <a:lnTo>
                      <a:pt x="755599" y="628938"/>
                    </a:lnTo>
                    <a:lnTo>
                      <a:pt x="552399" y="628938"/>
                    </a:lnTo>
                    <a:lnTo>
                      <a:pt x="552399" y="649258"/>
                    </a:lnTo>
                    <a:lnTo>
                      <a:pt x="765759" y="649258"/>
                    </a:lnTo>
                    <a:cubicBezTo>
                      <a:pt x="771371" y="649258"/>
                      <a:pt x="775919" y="644710"/>
                      <a:pt x="775919" y="639098"/>
                    </a:cubicBezTo>
                    <a:lnTo>
                      <a:pt x="775919" y="468105"/>
                    </a:lnTo>
                    <a:lnTo>
                      <a:pt x="864277" y="468105"/>
                    </a:lnTo>
                    <a:lnTo>
                      <a:pt x="911691" y="571636"/>
                    </a:lnTo>
                    <a:cubicBezTo>
                      <a:pt x="913347" y="575249"/>
                      <a:pt x="916960" y="577566"/>
                      <a:pt x="920936" y="577562"/>
                    </a:cubicBezTo>
                    <a:lnTo>
                      <a:pt x="1005434" y="577562"/>
                    </a:lnTo>
                    <a:cubicBezTo>
                      <a:pt x="1011045" y="577562"/>
                      <a:pt x="1015594" y="573014"/>
                      <a:pt x="1015594" y="567402"/>
                    </a:cubicBezTo>
                    <a:lnTo>
                      <a:pt x="1015594" y="210752"/>
                    </a:lnTo>
                    <a:cubicBezTo>
                      <a:pt x="1015594" y="205141"/>
                      <a:pt x="1011045" y="200592"/>
                      <a:pt x="1005434" y="200592"/>
                    </a:cubicBezTo>
                    <a:close/>
                    <a:moveTo>
                      <a:pt x="242621" y="555955"/>
                    </a:moveTo>
                    <a:cubicBezTo>
                      <a:pt x="241007" y="554943"/>
                      <a:pt x="239141" y="554401"/>
                      <a:pt x="237236" y="554397"/>
                    </a:cubicBezTo>
                    <a:lnTo>
                      <a:pt x="237236" y="554397"/>
                    </a:lnTo>
                    <a:lnTo>
                      <a:pt x="103530" y="554397"/>
                    </a:lnTo>
                    <a:lnTo>
                      <a:pt x="103530" y="209398"/>
                    </a:lnTo>
                    <a:lnTo>
                      <a:pt x="237236" y="209398"/>
                    </a:lnTo>
                    <a:cubicBezTo>
                      <a:pt x="240753" y="209398"/>
                      <a:pt x="244020" y="207579"/>
                      <a:pt x="245872" y="204589"/>
                    </a:cubicBezTo>
                    <a:lnTo>
                      <a:pt x="314757" y="93303"/>
                    </a:lnTo>
                    <a:lnTo>
                      <a:pt x="388044" y="93303"/>
                    </a:lnTo>
                    <a:lnTo>
                      <a:pt x="388044" y="72983"/>
                    </a:lnTo>
                    <a:lnTo>
                      <a:pt x="309169" y="72983"/>
                    </a:lnTo>
                    <a:cubicBezTo>
                      <a:pt x="305652" y="72983"/>
                      <a:pt x="302385" y="74802"/>
                      <a:pt x="300533" y="77792"/>
                    </a:cubicBezTo>
                    <a:lnTo>
                      <a:pt x="231546" y="189078"/>
                    </a:lnTo>
                    <a:lnTo>
                      <a:pt x="93337" y="189078"/>
                    </a:lnTo>
                    <a:cubicBezTo>
                      <a:pt x="87725" y="189078"/>
                      <a:pt x="83177" y="193626"/>
                      <a:pt x="83177" y="199238"/>
                    </a:cubicBezTo>
                    <a:lnTo>
                      <a:pt x="83177" y="386182"/>
                    </a:lnTo>
                    <a:lnTo>
                      <a:pt x="20320" y="386182"/>
                    </a:lnTo>
                    <a:lnTo>
                      <a:pt x="20320" y="169841"/>
                    </a:lnTo>
                    <a:lnTo>
                      <a:pt x="0" y="169841"/>
                    </a:lnTo>
                    <a:lnTo>
                      <a:pt x="0" y="608313"/>
                    </a:lnTo>
                    <a:lnTo>
                      <a:pt x="20320" y="608313"/>
                    </a:lnTo>
                    <a:lnTo>
                      <a:pt x="20320" y="406603"/>
                    </a:lnTo>
                    <a:lnTo>
                      <a:pt x="83177" y="406603"/>
                    </a:lnTo>
                    <a:lnTo>
                      <a:pt x="83177" y="564625"/>
                    </a:lnTo>
                    <a:cubicBezTo>
                      <a:pt x="83177" y="570237"/>
                      <a:pt x="87725" y="574785"/>
                      <a:pt x="93337" y="574785"/>
                    </a:cubicBezTo>
                    <a:lnTo>
                      <a:pt x="93337" y="574785"/>
                    </a:lnTo>
                    <a:lnTo>
                      <a:pt x="234323" y="574785"/>
                    </a:lnTo>
                    <a:lnTo>
                      <a:pt x="350825" y="647598"/>
                    </a:lnTo>
                    <a:cubicBezTo>
                      <a:pt x="352437" y="648611"/>
                      <a:pt x="354303" y="649153"/>
                      <a:pt x="356210" y="649156"/>
                    </a:cubicBezTo>
                    <a:lnTo>
                      <a:pt x="472474" y="649156"/>
                    </a:lnTo>
                    <a:lnTo>
                      <a:pt x="472474" y="628836"/>
                    </a:lnTo>
                    <a:lnTo>
                      <a:pt x="359122" y="628836"/>
                    </a:lnTo>
                    <a:close/>
                    <a:moveTo>
                      <a:pt x="420285" y="352213"/>
                    </a:moveTo>
                    <a:cubicBezTo>
                      <a:pt x="420248" y="394188"/>
                      <a:pt x="386229" y="428207"/>
                      <a:pt x="344255" y="428244"/>
                    </a:cubicBezTo>
                    <a:lnTo>
                      <a:pt x="343848" y="428244"/>
                    </a:lnTo>
                    <a:cubicBezTo>
                      <a:pt x="292100" y="426178"/>
                      <a:pt x="268529" y="387401"/>
                      <a:pt x="268529" y="352213"/>
                    </a:cubicBezTo>
                    <a:cubicBezTo>
                      <a:pt x="268529" y="317026"/>
                      <a:pt x="292235" y="278215"/>
                      <a:pt x="343848" y="276149"/>
                    </a:cubicBezTo>
                    <a:lnTo>
                      <a:pt x="344255" y="276149"/>
                    </a:lnTo>
                    <a:cubicBezTo>
                      <a:pt x="386236" y="276206"/>
                      <a:pt x="420248" y="310232"/>
                      <a:pt x="420285" y="352213"/>
                    </a:cubicBezTo>
                    <a:close/>
                    <a:moveTo>
                      <a:pt x="399965" y="352213"/>
                    </a:moveTo>
                    <a:cubicBezTo>
                      <a:pt x="399948" y="321513"/>
                      <a:pt x="375124" y="296601"/>
                      <a:pt x="344424" y="296469"/>
                    </a:cubicBezTo>
                    <a:cubicBezTo>
                      <a:pt x="306053" y="298094"/>
                      <a:pt x="288849" y="325594"/>
                      <a:pt x="288849" y="352213"/>
                    </a:cubicBezTo>
                    <a:cubicBezTo>
                      <a:pt x="288849" y="378833"/>
                      <a:pt x="306053" y="406400"/>
                      <a:pt x="344424" y="407924"/>
                    </a:cubicBezTo>
                    <a:cubicBezTo>
                      <a:pt x="375111" y="407792"/>
                      <a:pt x="399928" y="382900"/>
                      <a:pt x="399965" y="352213"/>
                    </a:cubicBezTo>
                    <a:close/>
                    <a:moveTo>
                      <a:pt x="561983" y="468613"/>
                    </a:moveTo>
                    <a:cubicBezTo>
                      <a:pt x="561685" y="443027"/>
                      <a:pt x="582182" y="422043"/>
                      <a:pt x="607768" y="421745"/>
                    </a:cubicBezTo>
                    <a:cubicBezTo>
                      <a:pt x="607937" y="421742"/>
                      <a:pt x="608110" y="421742"/>
                      <a:pt x="608279" y="421742"/>
                    </a:cubicBezTo>
                    <a:lnTo>
                      <a:pt x="608686" y="421742"/>
                    </a:lnTo>
                    <a:cubicBezTo>
                      <a:pt x="634573" y="421742"/>
                      <a:pt x="655557" y="442725"/>
                      <a:pt x="655557" y="468613"/>
                    </a:cubicBezTo>
                    <a:cubicBezTo>
                      <a:pt x="655557" y="494501"/>
                      <a:pt x="634573" y="515485"/>
                      <a:pt x="608686" y="515485"/>
                    </a:cubicBezTo>
                    <a:lnTo>
                      <a:pt x="608279" y="515485"/>
                    </a:lnTo>
                    <a:cubicBezTo>
                      <a:pt x="582673" y="515447"/>
                      <a:pt x="561946" y="494663"/>
                      <a:pt x="561980" y="469057"/>
                    </a:cubicBezTo>
                    <a:cubicBezTo>
                      <a:pt x="561980" y="468908"/>
                      <a:pt x="561983" y="468762"/>
                      <a:pt x="561983" y="468613"/>
                    </a:cubicBezTo>
                    <a:close/>
                    <a:moveTo>
                      <a:pt x="582303" y="468613"/>
                    </a:moveTo>
                    <a:cubicBezTo>
                      <a:pt x="582303" y="481245"/>
                      <a:pt x="590533" y="494352"/>
                      <a:pt x="608889" y="495165"/>
                    </a:cubicBezTo>
                    <a:cubicBezTo>
                      <a:pt x="623553" y="495165"/>
                      <a:pt x="635440" y="483277"/>
                      <a:pt x="635440" y="468613"/>
                    </a:cubicBezTo>
                    <a:cubicBezTo>
                      <a:pt x="635440" y="453949"/>
                      <a:pt x="623553" y="442062"/>
                      <a:pt x="608889" y="442062"/>
                    </a:cubicBezTo>
                    <a:cubicBezTo>
                      <a:pt x="590669" y="442874"/>
                      <a:pt x="582303" y="455947"/>
                      <a:pt x="582303" y="468613"/>
                    </a:cubicBezTo>
                    <a:close/>
                    <a:moveTo>
                      <a:pt x="417576" y="256811"/>
                    </a:moveTo>
                    <a:lnTo>
                      <a:pt x="642823" y="385843"/>
                    </a:lnTo>
                    <a:cubicBezTo>
                      <a:pt x="693623" y="407822"/>
                      <a:pt x="705240" y="457200"/>
                      <a:pt x="694470" y="493979"/>
                    </a:cubicBezTo>
                    <a:cubicBezTo>
                      <a:pt x="683700" y="532028"/>
                      <a:pt x="648943" y="558279"/>
                      <a:pt x="609397" y="558224"/>
                    </a:cubicBezTo>
                    <a:cubicBezTo>
                      <a:pt x="603345" y="558211"/>
                      <a:pt x="597306" y="557679"/>
                      <a:pt x="591346" y="556633"/>
                    </a:cubicBezTo>
                    <a:cubicBezTo>
                      <a:pt x="585294" y="555407"/>
                      <a:pt x="579381" y="553568"/>
                      <a:pt x="573701" y="551146"/>
                    </a:cubicBezTo>
                    <a:lnTo>
                      <a:pt x="314994" y="469053"/>
                    </a:lnTo>
                    <a:cubicBezTo>
                      <a:pt x="250696" y="452039"/>
                      <a:pt x="212366" y="386117"/>
                      <a:pt x="229383" y="321821"/>
                    </a:cubicBezTo>
                    <a:cubicBezTo>
                      <a:pt x="246399" y="257522"/>
                      <a:pt x="312317" y="219192"/>
                      <a:pt x="376614" y="236210"/>
                    </a:cubicBezTo>
                    <a:cubicBezTo>
                      <a:pt x="380506" y="237239"/>
                      <a:pt x="384343" y="238462"/>
                      <a:pt x="388112" y="239878"/>
                    </a:cubicBezTo>
                    <a:lnTo>
                      <a:pt x="389196" y="240318"/>
                    </a:lnTo>
                    <a:cubicBezTo>
                      <a:pt x="399363" y="244500"/>
                      <a:pt x="408910" y="250051"/>
                      <a:pt x="417576" y="256811"/>
                    </a:cubicBezTo>
                    <a:close/>
                    <a:moveTo>
                      <a:pt x="632020" y="403081"/>
                    </a:moveTo>
                    <a:lnTo>
                      <a:pt x="406840" y="274083"/>
                    </a:lnTo>
                    <a:lnTo>
                      <a:pt x="405655" y="273304"/>
                    </a:lnTo>
                    <a:cubicBezTo>
                      <a:pt x="398231" y="267489"/>
                      <a:pt x="390009" y="262778"/>
                      <a:pt x="381237" y="259317"/>
                    </a:cubicBezTo>
                    <a:lnTo>
                      <a:pt x="380932" y="259317"/>
                    </a:lnTo>
                    <a:cubicBezTo>
                      <a:pt x="329112" y="239302"/>
                      <a:pt x="270878" y="265085"/>
                      <a:pt x="250863" y="316904"/>
                    </a:cubicBezTo>
                    <a:cubicBezTo>
                      <a:pt x="246499" y="328205"/>
                      <a:pt x="244211" y="340201"/>
                      <a:pt x="244111" y="352315"/>
                    </a:cubicBezTo>
                    <a:cubicBezTo>
                      <a:pt x="244007" y="393625"/>
                      <a:pt x="269420" y="430706"/>
                      <a:pt x="307983" y="445516"/>
                    </a:cubicBezTo>
                    <a:cubicBezTo>
                      <a:pt x="311978" y="447087"/>
                      <a:pt x="316074" y="448391"/>
                      <a:pt x="320243" y="449411"/>
                    </a:cubicBezTo>
                    <a:lnTo>
                      <a:pt x="320853" y="449411"/>
                    </a:lnTo>
                    <a:lnTo>
                      <a:pt x="580238" y="531673"/>
                    </a:lnTo>
                    <a:lnTo>
                      <a:pt x="581220" y="532045"/>
                    </a:lnTo>
                    <a:cubicBezTo>
                      <a:pt x="585629" y="533972"/>
                      <a:pt x="590225" y="535439"/>
                      <a:pt x="594936" y="536414"/>
                    </a:cubicBezTo>
                    <a:cubicBezTo>
                      <a:pt x="638251" y="543797"/>
                      <a:pt x="666361" y="517415"/>
                      <a:pt x="674997" y="487951"/>
                    </a:cubicBezTo>
                    <a:cubicBezTo>
                      <a:pt x="683633" y="458487"/>
                      <a:pt x="674353" y="420861"/>
                      <a:pt x="633984" y="403826"/>
                    </a:cubicBezTo>
                    <a:cubicBezTo>
                      <a:pt x="633300" y="403599"/>
                      <a:pt x="632643" y="403305"/>
                      <a:pt x="632020" y="402946"/>
                    </a:cubicBezTo>
                    <a:close/>
                  </a:path>
                </a:pathLst>
              </a:custGeom>
              <a:solidFill>
                <a:srgbClr val="505050"/>
              </a:solidFill>
              <a:ln w="33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47" name="Rechteck: abgerundete Ecken 1746">
              <a:extLst>
                <a:ext uri="{FF2B5EF4-FFF2-40B4-BE49-F238E27FC236}">
                  <a16:creationId xmlns:a16="http://schemas.microsoft.com/office/drawing/2014/main" id="{0FE0DF58-B740-E0C8-AE6A-FF20A88BC67B}"/>
                </a:ext>
              </a:extLst>
            </p:cNvPr>
            <p:cNvSpPr/>
            <p:nvPr/>
          </p:nvSpPr>
          <p:spPr>
            <a:xfrm>
              <a:off x="995046" y="1276363"/>
              <a:ext cx="589660" cy="367469"/>
            </a:xfrm>
            <a:prstGeom prst="round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1748" name="Gruppieren 1747">
              <a:extLst>
                <a:ext uri="{FF2B5EF4-FFF2-40B4-BE49-F238E27FC236}">
                  <a16:creationId xmlns:a16="http://schemas.microsoft.com/office/drawing/2014/main" id="{6326190D-22A8-4294-C58B-6DAEB03192D8}"/>
                </a:ext>
              </a:extLst>
            </p:cNvPr>
            <p:cNvGrpSpPr/>
            <p:nvPr/>
          </p:nvGrpSpPr>
          <p:grpSpPr>
            <a:xfrm>
              <a:off x="1176035" y="1336522"/>
              <a:ext cx="257171" cy="261308"/>
              <a:chOff x="3607366" y="1982624"/>
              <a:chExt cx="940818" cy="1088559"/>
            </a:xfrm>
          </p:grpSpPr>
          <p:grpSp>
            <p:nvGrpSpPr>
              <p:cNvPr id="1749" name="ee4p_icon_group">
                <a:extLst>
                  <a:ext uri="{FF2B5EF4-FFF2-40B4-BE49-F238E27FC236}">
                    <a16:creationId xmlns:a16="http://schemas.microsoft.com/office/drawing/2014/main" id="{8D80F231-BE3D-551D-25D6-937D926C39A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35493" y="2509180"/>
                <a:ext cx="726059" cy="562003"/>
                <a:chOff x="4032000" y="2888964"/>
                <a:chExt cx="1080000" cy="1080000"/>
              </a:xfrm>
              <a:solidFill>
                <a:srgbClr val="C00000"/>
              </a:solidFill>
            </p:grpSpPr>
            <p:grpSp>
              <p:nvGrpSpPr>
                <p:cNvPr id="1753" name="ee4p_icon_frame">
                  <a:extLst>
                    <a:ext uri="{FF2B5EF4-FFF2-40B4-BE49-F238E27FC236}">
                      <a16:creationId xmlns:a16="http://schemas.microsoft.com/office/drawing/2014/main" id="{9C2805B5-F3FE-ACF5-3159-3408EED5AAB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4032000" y="2888964"/>
                  <a:ext cx="1080000" cy="1080000"/>
                  <a:chOff x="4737100" y="1701800"/>
                  <a:chExt cx="1098550" cy="1098550"/>
                </a:xfrm>
                <a:grpFill/>
              </p:grpSpPr>
              <p:cxnSp>
                <p:nvCxnSpPr>
                  <p:cNvPr id="1755" name="ee4p_icon_frame_top">
                    <a:extLst>
                      <a:ext uri="{FF2B5EF4-FFF2-40B4-BE49-F238E27FC236}">
                        <a16:creationId xmlns:a16="http://schemas.microsoft.com/office/drawing/2014/main" id="{1E5545F6-C927-9B5B-D2A6-ED19D99A9FEB}"/>
                      </a:ext>
                    </a:extLst>
                  </p:cNvPr>
                  <p:cNvCxnSpPr/>
                  <p:nvPr/>
                </p:nvCxnSpPr>
                <p:spPr>
                  <a:xfrm>
                    <a:off x="4737100" y="1701800"/>
                    <a:ext cx="1098550" cy="0"/>
                  </a:xfrm>
                  <a:prstGeom prst="line">
                    <a:avLst/>
                  </a:prstGeom>
                  <a:grpFill/>
                  <a:ln w="0" cap="sq" cmpd="sng" algn="ctr">
                    <a:noFill/>
                    <a:prstDash val="solid"/>
                    <a:round/>
                  </a:ln>
                  <a:effectLst/>
                </p:spPr>
              </p:cxnSp>
              <p:cxnSp>
                <p:nvCxnSpPr>
                  <p:cNvPr id="1756" name="ee4p_icon_frame_bottom">
                    <a:extLst>
                      <a:ext uri="{FF2B5EF4-FFF2-40B4-BE49-F238E27FC236}">
                        <a16:creationId xmlns:a16="http://schemas.microsoft.com/office/drawing/2014/main" id="{94D53D96-03D3-7B4B-7685-D063E9A761B1}"/>
                      </a:ext>
                    </a:extLst>
                  </p:cNvPr>
                  <p:cNvCxnSpPr/>
                  <p:nvPr/>
                </p:nvCxnSpPr>
                <p:spPr>
                  <a:xfrm>
                    <a:off x="4737100" y="2800350"/>
                    <a:ext cx="1098550" cy="0"/>
                  </a:xfrm>
                  <a:prstGeom prst="line">
                    <a:avLst/>
                  </a:prstGeom>
                  <a:grpFill/>
                  <a:ln w="0" cap="sq" cmpd="sng" algn="ctr">
                    <a:noFill/>
                    <a:prstDash val="solid"/>
                    <a:round/>
                  </a:ln>
                  <a:effectLst/>
                </p:spPr>
              </p:cxnSp>
              <p:cxnSp>
                <p:nvCxnSpPr>
                  <p:cNvPr id="1757" name="ee4p_icon_frame_left">
                    <a:extLst>
                      <a:ext uri="{FF2B5EF4-FFF2-40B4-BE49-F238E27FC236}">
                        <a16:creationId xmlns:a16="http://schemas.microsoft.com/office/drawing/2014/main" id="{139BBFBC-1072-B938-C2E0-BE8C4D07FA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187825" y="2251075"/>
                    <a:ext cx="1098550" cy="0"/>
                  </a:xfrm>
                  <a:prstGeom prst="line">
                    <a:avLst/>
                  </a:prstGeom>
                  <a:grpFill/>
                  <a:ln w="0" cap="sq" cmpd="sng" algn="ctr">
                    <a:noFill/>
                    <a:prstDash val="solid"/>
                    <a:round/>
                  </a:ln>
                  <a:effectLst/>
                </p:spPr>
              </p:cxnSp>
              <p:cxnSp>
                <p:nvCxnSpPr>
                  <p:cNvPr id="1758" name="ee4p_icon_frame_right">
                    <a:extLst>
                      <a:ext uri="{FF2B5EF4-FFF2-40B4-BE49-F238E27FC236}">
                        <a16:creationId xmlns:a16="http://schemas.microsoft.com/office/drawing/2014/main" id="{BAF3D903-9957-B430-6D2C-160365A784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5286375" y="2251075"/>
                    <a:ext cx="1098550" cy="0"/>
                  </a:xfrm>
                  <a:prstGeom prst="line">
                    <a:avLst/>
                  </a:prstGeom>
                  <a:grpFill/>
                  <a:ln w="0" cap="sq" cmpd="sng" algn="ctr">
                    <a:noFill/>
                    <a:prstDash val="solid"/>
                    <a:round/>
                  </a:ln>
                  <a:effectLst/>
                </p:spPr>
              </p:cxnSp>
            </p:grpSp>
            <p:sp>
              <p:nvSpPr>
                <p:cNvPr id="1754" name="ee4p_icon">
                  <a:extLst>
                    <a:ext uri="{FF2B5EF4-FFF2-40B4-BE49-F238E27FC236}">
                      <a16:creationId xmlns:a16="http://schemas.microsoft.com/office/drawing/2014/main" id="{52D9528C-E24C-9FFC-E7C4-8BE877DFAFB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161739" y="2921166"/>
                  <a:ext cx="820521" cy="1015596"/>
                </a:xfrm>
                <a:custGeom>
                  <a:avLst/>
                  <a:gdLst>
                    <a:gd name="connsiteX0" fmla="*/ 820522 w 820521"/>
                    <a:gd name="connsiteY0" fmla="*/ 898858 h 1015596"/>
                    <a:gd name="connsiteX1" fmla="*/ 820522 w 820521"/>
                    <a:gd name="connsiteY1" fmla="*/ 1005436 h 1015596"/>
                    <a:gd name="connsiteX2" fmla="*/ 810362 w 820521"/>
                    <a:gd name="connsiteY2" fmla="*/ 1015596 h 1015596"/>
                    <a:gd name="connsiteX3" fmla="*/ 655659 w 820521"/>
                    <a:gd name="connsiteY3" fmla="*/ 1015596 h 1015596"/>
                    <a:gd name="connsiteX4" fmla="*/ 655659 w 820521"/>
                    <a:gd name="connsiteY4" fmla="*/ 995276 h 1015596"/>
                    <a:gd name="connsiteX5" fmla="*/ 800202 w 820521"/>
                    <a:gd name="connsiteY5" fmla="*/ 995276 h 1015596"/>
                    <a:gd name="connsiteX6" fmla="*/ 800202 w 820521"/>
                    <a:gd name="connsiteY6" fmla="*/ 909018 h 1015596"/>
                    <a:gd name="connsiteX7" fmla="*/ 20320 w 820521"/>
                    <a:gd name="connsiteY7" fmla="*/ 909018 h 1015596"/>
                    <a:gd name="connsiteX8" fmla="*/ 20320 w 820521"/>
                    <a:gd name="connsiteY8" fmla="*/ 995276 h 1015596"/>
                    <a:gd name="connsiteX9" fmla="*/ 516941 w 820521"/>
                    <a:gd name="connsiteY9" fmla="*/ 995276 h 1015596"/>
                    <a:gd name="connsiteX10" fmla="*/ 516941 w 820521"/>
                    <a:gd name="connsiteY10" fmla="*/ 1015596 h 1015596"/>
                    <a:gd name="connsiteX11" fmla="*/ 10160 w 820521"/>
                    <a:gd name="connsiteY11" fmla="*/ 1015596 h 1015596"/>
                    <a:gd name="connsiteX12" fmla="*/ 0 w 820521"/>
                    <a:gd name="connsiteY12" fmla="*/ 1005436 h 1015596"/>
                    <a:gd name="connsiteX13" fmla="*/ 0 w 820521"/>
                    <a:gd name="connsiteY13" fmla="*/ 898858 h 1015596"/>
                    <a:gd name="connsiteX14" fmla="*/ 10160 w 820521"/>
                    <a:gd name="connsiteY14" fmla="*/ 888698 h 1015596"/>
                    <a:gd name="connsiteX15" fmla="*/ 54661 w 820521"/>
                    <a:gd name="connsiteY15" fmla="*/ 888698 h 1015596"/>
                    <a:gd name="connsiteX16" fmla="*/ 89645 w 820521"/>
                    <a:gd name="connsiteY16" fmla="*/ 817849 h 1015596"/>
                    <a:gd name="connsiteX17" fmla="*/ 98687 w 820521"/>
                    <a:gd name="connsiteY17" fmla="*/ 812193 h 1015596"/>
                    <a:gd name="connsiteX18" fmla="*/ 268766 w 820521"/>
                    <a:gd name="connsiteY18" fmla="*/ 812193 h 1015596"/>
                    <a:gd name="connsiteX19" fmla="*/ 268766 w 820521"/>
                    <a:gd name="connsiteY19" fmla="*/ 832513 h 1015596"/>
                    <a:gd name="connsiteX20" fmla="*/ 105021 w 820521"/>
                    <a:gd name="connsiteY20" fmla="*/ 832513 h 1015596"/>
                    <a:gd name="connsiteX21" fmla="*/ 77284 w 820521"/>
                    <a:gd name="connsiteY21" fmla="*/ 888698 h 1015596"/>
                    <a:gd name="connsiteX22" fmla="*/ 743238 w 820521"/>
                    <a:gd name="connsiteY22" fmla="*/ 888698 h 1015596"/>
                    <a:gd name="connsiteX23" fmla="*/ 715501 w 820521"/>
                    <a:gd name="connsiteY23" fmla="*/ 832513 h 1015596"/>
                    <a:gd name="connsiteX24" fmla="*/ 561882 w 820521"/>
                    <a:gd name="connsiteY24" fmla="*/ 832513 h 1015596"/>
                    <a:gd name="connsiteX25" fmla="*/ 561882 w 820521"/>
                    <a:gd name="connsiteY25" fmla="*/ 858015 h 1015596"/>
                    <a:gd name="connsiteX26" fmla="*/ 541562 w 820521"/>
                    <a:gd name="connsiteY26" fmla="*/ 858015 h 1015596"/>
                    <a:gd name="connsiteX27" fmla="*/ 541562 w 820521"/>
                    <a:gd name="connsiteY27" fmla="*/ 822353 h 1015596"/>
                    <a:gd name="connsiteX28" fmla="*/ 551722 w 820521"/>
                    <a:gd name="connsiteY28" fmla="*/ 812193 h 1015596"/>
                    <a:gd name="connsiteX29" fmla="*/ 721834 w 820521"/>
                    <a:gd name="connsiteY29" fmla="*/ 812193 h 1015596"/>
                    <a:gd name="connsiteX30" fmla="*/ 730944 w 820521"/>
                    <a:gd name="connsiteY30" fmla="*/ 817849 h 1015596"/>
                    <a:gd name="connsiteX31" fmla="*/ 765861 w 820521"/>
                    <a:gd name="connsiteY31" fmla="*/ 888698 h 1015596"/>
                    <a:gd name="connsiteX32" fmla="*/ 810328 w 820521"/>
                    <a:gd name="connsiteY32" fmla="*/ 888698 h 1015596"/>
                    <a:gd name="connsiteX33" fmla="*/ 820522 w 820521"/>
                    <a:gd name="connsiteY33" fmla="*/ 898824 h 1015596"/>
                    <a:gd name="connsiteX34" fmla="*/ 820522 w 820521"/>
                    <a:gd name="connsiteY34" fmla="*/ 898858 h 1015596"/>
                    <a:gd name="connsiteX35" fmla="*/ 298975 w 820521"/>
                    <a:gd name="connsiteY35" fmla="*/ 783102 h 1015596"/>
                    <a:gd name="connsiteX36" fmla="*/ 312301 w 820521"/>
                    <a:gd name="connsiteY36" fmla="*/ 777730 h 1015596"/>
                    <a:gd name="connsiteX37" fmla="*/ 310557 w 820521"/>
                    <a:gd name="connsiteY37" fmla="*/ 767015 h 1015596"/>
                    <a:gd name="connsiteX38" fmla="*/ 277334 w 820521"/>
                    <a:gd name="connsiteY38" fmla="*/ 678962 h 1015596"/>
                    <a:gd name="connsiteX39" fmla="*/ 410430 w 820521"/>
                    <a:gd name="connsiteY39" fmla="*/ 431735 h 1015596"/>
                    <a:gd name="connsiteX40" fmla="*/ 520294 w 820521"/>
                    <a:gd name="connsiteY40" fmla="*/ 604828 h 1015596"/>
                    <a:gd name="connsiteX41" fmla="*/ 538615 w 820521"/>
                    <a:gd name="connsiteY41" fmla="*/ 595988 h 1015596"/>
                    <a:gd name="connsiteX42" fmla="*/ 418457 w 820521"/>
                    <a:gd name="connsiteY42" fmla="*/ 408672 h 1015596"/>
                    <a:gd name="connsiteX43" fmla="*/ 404202 w 820521"/>
                    <a:gd name="connsiteY43" fmla="*/ 406874 h 1015596"/>
                    <a:gd name="connsiteX44" fmla="*/ 402404 w 820521"/>
                    <a:gd name="connsiteY44" fmla="*/ 408672 h 1015596"/>
                    <a:gd name="connsiteX45" fmla="*/ 257014 w 820521"/>
                    <a:gd name="connsiteY45" fmla="*/ 678894 h 1015596"/>
                    <a:gd name="connsiteX46" fmla="*/ 272931 w 820521"/>
                    <a:gd name="connsiteY46" fmla="*/ 746864 h 1015596"/>
                    <a:gd name="connsiteX47" fmla="*/ 144407 w 820521"/>
                    <a:gd name="connsiteY47" fmla="*/ 519043 h 1015596"/>
                    <a:gd name="connsiteX48" fmla="*/ 410261 w 820521"/>
                    <a:gd name="connsiteY48" fmla="*/ 26927 h 1015596"/>
                    <a:gd name="connsiteX49" fmla="*/ 676284 w 820521"/>
                    <a:gd name="connsiteY49" fmla="*/ 519179 h 1015596"/>
                    <a:gd name="connsiteX50" fmla="*/ 513723 w 820521"/>
                    <a:gd name="connsiteY50" fmla="*/ 764306 h 1015596"/>
                    <a:gd name="connsiteX51" fmla="*/ 521648 w 820521"/>
                    <a:gd name="connsiteY51" fmla="*/ 783034 h 1015596"/>
                    <a:gd name="connsiteX52" fmla="*/ 696536 w 820521"/>
                    <a:gd name="connsiteY52" fmla="*/ 519179 h 1015596"/>
                    <a:gd name="connsiteX53" fmla="*/ 418220 w 820521"/>
                    <a:gd name="connsiteY53" fmla="*/ 3931 h 1015596"/>
                    <a:gd name="connsiteX54" fmla="*/ 403965 w 820521"/>
                    <a:gd name="connsiteY54" fmla="*/ 2134 h 1015596"/>
                    <a:gd name="connsiteX55" fmla="*/ 402167 w 820521"/>
                    <a:gd name="connsiteY55" fmla="*/ 3931 h 1015596"/>
                    <a:gd name="connsiteX56" fmla="*/ 123850 w 820521"/>
                    <a:gd name="connsiteY56" fmla="*/ 519179 h 1015596"/>
                    <a:gd name="connsiteX57" fmla="*/ 298806 w 820521"/>
                    <a:gd name="connsiteY57" fmla="*/ 783102 h 10155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</a:cxnLst>
                  <a:rect l="l" t="t" r="r" b="b"/>
                  <a:pathLst>
                    <a:path w="820521" h="1015596">
                      <a:moveTo>
                        <a:pt x="820522" y="898858"/>
                      </a:moveTo>
                      <a:lnTo>
                        <a:pt x="820522" y="1005436"/>
                      </a:lnTo>
                      <a:cubicBezTo>
                        <a:pt x="820522" y="1011048"/>
                        <a:pt x="815973" y="1015596"/>
                        <a:pt x="810362" y="1015596"/>
                      </a:cubicBezTo>
                      <a:lnTo>
                        <a:pt x="655659" y="1015596"/>
                      </a:lnTo>
                      <a:lnTo>
                        <a:pt x="655659" y="995276"/>
                      </a:lnTo>
                      <a:lnTo>
                        <a:pt x="800202" y="995276"/>
                      </a:lnTo>
                      <a:lnTo>
                        <a:pt x="800202" y="909018"/>
                      </a:lnTo>
                      <a:lnTo>
                        <a:pt x="20320" y="909018"/>
                      </a:lnTo>
                      <a:lnTo>
                        <a:pt x="20320" y="995276"/>
                      </a:lnTo>
                      <a:lnTo>
                        <a:pt x="516941" y="995276"/>
                      </a:lnTo>
                      <a:lnTo>
                        <a:pt x="516941" y="1015596"/>
                      </a:lnTo>
                      <a:lnTo>
                        <a:pt x="10160" y="1015596"/>
                      </a:lnTo>
                      <a:cubicBezTo>
                        <a:pt x="4549" y="1015596"/>
                        <a:pt x="0" y="1011048"/>
                        <a:pt x="0" y="1005436"/>
                      </a:cubicBezTo>
                      <a:lnTo>
                        <a:pt x="0" y="898858"/>
                      </a:lnTo>
                      <a:cubicBezTo>
                        <a:pt x="0" y="893246"/>
                        <a:pt x="4549" y="888698"/>
                        <a:pt x="10160" y="888698"/>
                      </a:cubicBezTo>
                      <a:lnTo>
                        <a:pt x="54661" y="888698"/>
                      </a:lnTo>
                      <a:lnTo>
                        <a:pt x="89645" y="817849"/>
                      </a:lnTo>
                      <a:cubicBezTo>
                        <a:pt x="91348" y="814405"/>
                        <a:pt x="94847" y="812217"/>
                        <a:pt x="98687" y="812193"/>
                      </a:cubicBezTo>
                      <a:lnTo>
                        <a:pt x="268766" y="812193"/>
                      </a:lnTo>
                      <a:lnTo>
                        <a:pt x="268766" y="832513"/>
                      </a:lnTo>
                      <a:lnTo>
                        <a:pt x="105021" y="832513"/>
                      </a:lnTo>
                      <a:lnTo>
                        <a:pt x="77284" y="888698"/>
                      </a:lnTo>
                      <a:lnTo>
                        <a:pt x="743238" y="888698"/>
                      </a:lnTo>
                      <a:lnTo>
                        <a:pt x="715501" y="832513"/>
                      </a:lnTo>
                      <a:lnTo>
                        <a:pt x="561882" y="832513"/>
                      </a:lnTo>
                      <a:lnTo>
                        <a:pt x="561882" y="858015"/>
                      </a:lnTo>
                      <a:lnTo>
                        <a:pt x="541562" y="858015"/>
                      </a:lnTo>
                      <a:lnTo>
                        <a:pt x="541562" y="822353"/>
                      </a:lnTo>
                      <a:cubicBezTo>
                        <a:pt x="541562" y="816741"/>
                        <a:pt x="546110" y="812193"/>
                        <a:pt x="551722" y="812193"/>
                      </a:cubicBezTo>
                      <a:lnTo>
                        <a:pt x="721834" y="812193"/>
                      </a:lnTo>
                      <a:cubicBezTo>
                        <a:pt x="725698" y="812193"/>
                        <a:pt x="729231" y="814384"/>
                        <a:pt x="730944" y="817849"/>
                      </a:cubicBezTo>
                      <a:lnTo>
                        <a:pt x="765861" y="888698"/>
                      </a:lnTo>
                      <a:lnTo>
                        <a:pt x="810328" y="888698"/>
                      </a:lnTo>
                      <a:cubicBezTo>
                        <a:pt x="815939" y="888678"/>
                        <a:pt x="820501" y="893212"/>
                        <a:pt x="820522" y="898824"/>
                      </a:cubicBezTo>
                      <a:cubicBezTo>
                        <a:pt x="820522" y="898834"/>
                        <a:pt x="820522" y="898848"/>
                        <a:pt x="820522" y="898858"/>
                      </a:cubicBezTo>
                      <a:close/>
                      <a:moveTo>
                        <a:pt x="298975" y="783102"/>
                      </a:moveTo>
                      <a:cubicBezTo>
                        <a:pt x="304140" y="785300"/>
                        <a:pt x="310104" y="782895"/>
                        <a:pt x="312301" y="777730"/>
                      </a:cubicBezTo>
                      <a:cubicBezTo>
                        <a:pt x="313839" y="774120"/>
                        <a:pt x="313158" y="769951"/>
                        <a:pt x="310557" y="767015"/>
                      </a:cubicBezTo>
                      <a:cubicBezTo>
                        <a:pt x="289120" y="742695"/>
                        <a:pt x="277304" y="711382"/>
                        <a:pt x="277334" y="678962"/>
                      </a:cubicBezTo>
                      <a:cubicBezTo>
                        <a:pt x="277334" y="614615"/>
                        <a:pt x="380492" y="471867"/>
                        <a:pt x="410430" y="431735"/>
                      </a:cubicBezTo>
                      <a:cubicBezTo>
                        <a:pt x="431326" y="459709"/>
                        <a:pt x="488019" y="537975"/>
                        <a:pt x="520294" y="604828"/>
                      </a:cubicBezTo>
                      <a:lnTo>
                        <a:pt x="538615" y="595988"/>
                      </a:lnTo>
                      <a:cubicBezTo>
                        <a:pt x="497772" y="511322"/>
                        <a:pt x="421674" y="412804"/>
                        <a:pt x="418457" y="408672"/>
                      </a:cubicBezTo>
                      <a:cubicBezTo>
                        <a:pt x="415016" y="404239"/>
                        <a:pt x="408635" y="403433"/>
                        <a:pt x="404202" y="406874"/>
                      </a:cubicBezTo>
                      <a:cubicBezTo>
                        <a:pt x="403528" y="407395"/>
                        <a:pt x="402925" y="408001"/>
                        <a:pt x="402404" y="408672"/>
                      </a:cubicBezTo>
                      <a:cubicBezTo>
                        <a:pt x="396477" y="416326"/>
                        <a:pt x="257014" y="597241"/>
                        <a:pt x="257014" y="678894"/>
                      </a:cubicBezTo>
                      <a:cubicBezTo>
                        <a:pt x="257007" y="702475"/>
                        <a:pt x="262457" y="725738"/>
                        <a:pt x="272931" y="746864"/>
                      </a:cubicBezTo>
                      <a:cubicBezTo>
                        <a:pt x="193061" y="698757"/>
                        <a:pt x="144276" y="612282"/>
                        <a:pt x="144407" y="519043"/>
                      </a:cubicBezTo>
                      <a:cubicBezTo>
                        <a:pt x="144238" y="386354"/>
                        <a:pt x="364981" y="86972"/>
                        <a:pt x="410261" y="26927"/>
                      </a:cubicBezTo>
                      <a:cubicBezTo>
                        <a:pt x="455541" y="86905"/>
                        <a:pt x="676284" y="386286"/>
                        <a:pt x="676284" y="519179"/>
                      </a:cubicBezTo>
                      <a:cubicBezTo>
                        <a:pt x="676419" y="626174"/>
                        <a:pt x="612340" y="722802"/>
                        <a:pt x="513723" y="764306"/>
                      </a:cubicBezTo>
                      <a:lnTo>
                        <a:pt x="521648" y="783034"/>
                      </a:lnTo>
                      <a:cubicBezTo>
                        <a:pt x="627746" y="738310"/>
                        <a:pt x="696675" y="634319"/>
                        <a:pt x="696536" y="519179"/>
                      </a:cubicBezTo>
                      <a:cubicBezTo>
                        <a:pt x="696536" y="364950"/>
                        <a:pt x="429599" y="18596"/>
                        <a:pt x="418220" y="3931"/>
                      </a:cubicBezTo>
                      <a:cubicBezTo>
                        <a:pt x="414779" y="-502"/>
                        <a:pt x="408398" y="-1306"/>
                        <a:pt x="403965" y="2134"/>
                      </a:cubicBezTo>
                      <a:cubicBezTo>
                        <a:pt x="403291" y="2656"/>
                        <a:pt x="402688" y="3259"/>
                        <a:pt x="402167" y="3931"/>
                      </a:cubicBezTo>
                      <a:cubicBezTo>
                        <a:pt x="390787" y="18596"/>
                        <a:pt x="123850" y="364950"/>
                        <a:pt x="123850" y="519179"/>
                      </a:cubicBezTo>
                      <a:cubicBezTo>
                        <a:pt x="123697" y="634359"/>
                        <a:pt x="192659" y="738388"/>
                        <a:pt x="298806" y="783102"/>
                      </a:cubicBezTo>
                      <a:close/>
                    </a:path>
                  </a:pathLst>
                </a:custGeom>
                <a:grpFill/>
                <a:ln w="33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750" name="Rechteck 1749">
                <a:extLst>
                  <a:ext uri="{FF2B5EF4-FFF2-40B4-BE49-F238E27FC236}">
                    <a16:creationId xmlns:a16="http://schemas.microsoft.com/office/drawing/2014/main" id="{641BA3A2-325E-0C1E-B7A2-74BFB90BE267}"/>
                  </a:ext>
                </a:extLst>
              </p:cNvPr>
              <p:cNvSpPr/>
              <p:nvPr/>
            </p:nvSpPr>
            <p:spPr>
              <a:xfrm>
                <a:off x="3607366" y="1982624"/>
                <a:ext cx="797945" cy="1053557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751" name="Rechteck 1750">
                <a:extLst>
                  <a:ext uri="{FF2B5EF4-FFF2-40B4-BE49-F238E27FC236}">
                    <a16:creationId xmlns:a16="http://schemas.microsoft.com/office/drawing/2014/main" id="{9AA7A647-44D0-9BE5-0638-32A79037524C}"/>
                  </a:ext>
                </a:extLst>
              </p:cNvPr>
              <p:cNvSpPr/>
              <p:nvPr/>
            </p:nvSpPr>
            <p:spPr>
              <a:xfrm>
                <a:off x="4405311" y="2642503"/>
                <a:ext cx="142873" cy="393678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752" name="Rechteck 1751">
                <a:extLst>
                  <a:ext uri="{FF2B5EF4-FFF2-40B4-BE49-F238E27FC236}">
                    <a16:creationId xmlns:a16="http://schemas.microsoft.com/office/drawing/2014/main" id="{4FE5F586-5120-CC68-27F9-2857834844C1}"/>
                  </a:ext>
                </a:extLst>
              </p:cNvPr>
              <p:cNvSpPr/>
              <p:nvPr/>
            </p:nvSpPr>
            <p:spPr>
              <a:xfrm>
                <a:off x="4492531" y="2709520"/>
                <a:ext cx="45719" cy="259643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59" name="Textfeld 1758">
              <a:extLst>
                <a:ext uri="{FF2B5EF4-FFF2-40B4-BE49-F238E27FC236}">
                  <a16:creationId xmlns:a16="http://schemas.microsoft.com/office/drawing/2014/main" id="{2A7ACD94-257D-11E7-2090-88D369ED271E}"/>
                </a:ext>
              </a:extLst>
            </p:cNvPr>
            <p:cNvSpPr txBox="1"/>
            <p:nvPr/>
          </p:nvSpPr>
          <p:spPr>
            <a:xfrm>
              <a:off x="264164" y="-8925"/>
              <a:ext cx="8596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HP</a:t>
              </a:r>
            </a:p>
          </p:txBody>
        </p:sp>
        <p:sp>
          <p:nvSpPr>
            <p:cNvPr id="1760" name="Textfeld 1759">
              <a:extLst>
                <a:ext uri="{FF2B5EF4-FFF2-40B4-BE49-F238E27FC236}">
                  <a16:creationId xmlns:a16="http://schemas.microsoft.com/office/drawing/2014/main" id="{A9ED5571-6278-0BA8-693A-3F1438F4273A}"/>
                </a:ext>
              </a:extLst>
            </p:cNvPr>
            <p:cNvSpPr txBox="1"/>
            <p:nvPr/>
          </p:nvSpPr>
          <p:spPr>
            <a:xfrm>
              <a:off x="264164" y="604312"/>
              <a:ext cx="8596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CHP</a:t>
              </a:r>
            </a:p>
          </p:txBody>
        </p:sp>
        <p:sp>
          <p:nvSpPr>
            <p:cNvPr id="1761" name="Textfeld 1760">
              <a:extLst>
                <a:ext uri="{FF2B5EF4-FFF2-40B4-BE49-F238E27FC236}">
                  <a16:creationId xmlns:a16="http://schemas.microsoft.com/office/drawing/2014/main" id="{0B72E2B1-44F3-6796-618F-E866CC5D4DC9}"/>
                </a:ext>
              </a:extLst>
            </p:cNvPr>
            <p:cNvSpPr txBox="1"/>
            <p:nvPr/>
          </p:nvSpPr>
          <p:spPr>
            <a:xfrm>
              <a:off x="264164" y="1274500"/>
              <a:ext cx="8596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Boiler</a:t>
              </a:r>
            </a:p>
          </p:txBody>
        </p:sp>
        <p:cxnSp>
          <p:nvCxnSpPr>
            <p:cNvPr id="1762" name="Gerader Verbinder 1761">
              <a:extLst>
                <a:ext uri="{FF2B5EF4-FFF2-40B4-BE49-F238E27FC236}">
                  <a16:creationId xmlns:a16="http://schemas.microsoft.com/office/drawing/2014/main" id="{BDEB629B-4286-0E9E-235A-CDEB68746CD6}"/>
                </a:ext>
              </a:extLst>
            </p:cNvPr>
            <p:cNvCxnSpPr>
              <a:cxnSpLocks/>
              <a:endCxn id="1727" idx="3"/>
            </p:cNvCxnSpPr>
            <p:nvPr/>
          </p:nvCxnSpPr>
          <p:spPr>
            <a:xfrm flipH="1" flipV="1">
              <a:off x="1589068" y="187804"/>
              <a:ext cx="687223" cy="585785"/>
            </a:xfrm>
            <a:prstGeom prst="line">
              <a:avLst/>
            </a:prstGeom>
            <a:noFill/>
            <a:ln w="9525" cap="flat" cmpd="sng" algn="ctr">
              <a:solidFill>
                <a:srgbClr val="005B7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763" name="Gerader Verbinder 1762">
              <a:extLst>
                <a:ext uri="{FF2B5EF4-FFF2-40B4-BE49-F238E27FC236}">
                  <a16:creationId xmlns:a16="http://schemas.microsoft.com/office/drawing/2014/main" id="{EAE7291C-1210-F5CA-CFB5-6BA01BC709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81540" y="245008"/>
              <a:ext cx="644676" cy="528581"/>
            </a:xfrm>
            <a:prstGeom prst="line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grpSp>
          <p:nvGrpSpPr>
            <p:cNvPr id="1764" name="Gruppieren 1763">
              <a:extLst>
                <a:ext uri="{FF2B5EF4-FFF2-40B4-BE49-F238E27FC236}">
                  <a16:creationId xmlns:a16="http://schemas.microsoft.com/office/drawing/2014/main" id="{AAE752DE-6718-5A4E-31CA-AC18F44E831C}"/>
                </a:ext>
              </a:extLst>
            </p:cNvPr>
            <p:cNvGrpSpPr/>
            <p:nvPr/>
          </p:nvGrpSpPr>
          <p:grpSpPr>
            <a:xfrm>
              <a:off x="2881222" y="-107546"/>
              <a:ext cx="357723" cy="566574"/>
              <a:chOff x="2971800" y="1416050"/>
              <a:chExt cx="357723" cy="566574"/>
            </a:xfrm>
          </p:grpSpPr>
          <p:sp>
            <p:nvSpPr>
              <p:cNvPr id="1765" name="Flussdiagramm: Magnetplattenspeicher 1764">
                <a:extLst>
                  <a:ext uri="{FF2B5EF4-FFF2-40B4-BE49-F238E27FC236}">
                    <a16:creationId xmlns:a16="http://schemas.microsoft.com/office/drawing/2014/main" id="{F84C54E2-00F7-6775-2E62-CBF68DF93EF3}"/>
                  </a:ext>
                </a:extLst>
              </p:cNvPr>
              <p:cNvSpPr/>
              <p:nvPr/>
            </p:nvSpPr>
            <p:spPr>
              <a:xfrm>
                <a:off x="2971800" y="1672655"/>
                <a:ext cx="357723" cy="309969"/>
              </a:xfrm>
              <a:prstGeom prst="flowChartMagneticDisk">
                <a:avLst/>
              </a:prstGeom>
              <a:gradFill>
                <a:gsLst>
                  <a:gs pos="30000">
                    <a:srgbClr val="FFFFFF"/>
                  </a:gs>
                  <a:gs pos="100000">
                    <a:srgbClr val="00779A"/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766" name="Flussdiagramm: Magnetplattenspeicher 1765">
                <a:extLst>
                  <a:ext uri="{FF2B5EF4-FFF2-40B4-BE49-F238E27FC236}">
                    <a16:creationId xmlns:a16="http://schemas.microsoft.com/office/drawing/2014/main" id="{C814BCC4-1131-B6D9-3719-FBBF6D32F9D5}"/>
                  </a:ext>
                </a:extLst>
              </p:cNvPr>
              <p:cNvSpPr/>
              <p:nvPr/>
            </p:nvSpPr>
            <p:spPr>
              <a:xfrm>
                <a:off x="2971800" y="1416050"/>
                <a:ext cx="357723" cy="309969"/>
              </a:xfrm>
              <a:prstGeom prst="flowChartMagneticDisk">
                <a:avLst/>
              </a:prstGeom>
              <a:gradFill>
                <a:gsLst>
                  <a:gs pos="13000">
                    <a:srgbClr val="C00000"/>
                  </a:gs>
                  <a:gs pos="100000">
                    <a:srgbClr val="FFFFFF"/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767" name="Ellipse 1766">
                <a:extLst>
                  <a:ext uri="{FF2B5EF4-FFF2-40B4-BE49-F238E27FC236}">
                    <a16:creationId xmlns:a16="http://schemas.microsoft.com/office/drawing/2014/main" id="{66463B45-9392-C931-148F-A1E07BCC810E}"/>
                  </a:ext>
                </a:extLst>
              </p:cNvPr>
              <p:cNvSpPr/>
              <p:nvPr/>
            </p:nvSpPr>
            <p:spPr>
              <a:xfrm>
                <a:off x="2971800" y="1416050"/>
                <a:ext cx="357723" cy="95250"/>
              </a:xfrm>
              <a:prstGeom prst="ellips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768" name="Ellipse 1767">
                <a:extLst>
                  <a:ext uri="{FF2B5EF4-FFF2-40B4-BE49-F238E27FC236}">
                    <a16:creationId xmlns:a16="http://schemas.microsoft.com/office/drawing/2014/main" id="{CC11A4F4-C953-C617-4CF3-01BEF8FE5F8E}"/>
                  </a:ext>
                </a:extLst>
              </p:cNvPr>
              <p:cNvSpPr/>
              <p:nvPr/>
            </p:nvSpPr>
            <p:spPr>
              <a:xfrm>
                <a:off x="2971800" y="1878853"/>
                <a:ext cx="357723" cy="95250"/>
              </a:xfrm>
              <a:prstGeom prst="ellips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cxnSp>
            <p:nvCxnSpPr>
              <p:cNvPr id="1769" name="Gerader Verbinder 1768">
                <a:extLst>
                  <a:ext uri="{FF2B5EF4-FFF2-40B4-BE49-F238E27FC236}">
                    <a16:creationId xmlns:a16="http://schemas.microsoft.com/office/drawing/2014/main" id="{0D5C1DA4-92B7-DC04-3729-ED3C92261917}"/>
                  </a:ext>
                </a:extLst>
              </p:cNvPr>
              <p:cNvCxnSpPr>
                <a:stCxn id="1768" idx="2"/>
                <a:endCxn id="1767" idx="2"/>
              </p:cNvCxnSpPr>
              <p:nvPr/>
            </p:nvCxnSpPr>
            <p:spPr>
              <a:xfrm flipV="1">
                <a:off x="2971800" y="1463675"/>
                <a:ext cx="0" cy="462803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70" name="Gerader Verbinder 1769">
                <a:extLst>
                  <a:ext uri="{FF2B5EF4-FFF2-40B4-BE49-F238E27FC236}">
                    <a16:creationId xmlns:a16="http://schemas.microsoft.com/office/drawing/2014/main" id="{4828C228-2E98-B99F-4F24-116039E541A3}"/>
                  </a:ext>
                </a:extLst>
              </p:cNvPr>
              <p:cNvCxnSpPr>
                <a:cxnSpLocks/>
                <a:stCxn id="1768" idx="6"/>
                <a:endCxn id="1767" idx="6"/>
              </p:cNvCxnSpPr>
              <p:nvPr/>
            </p:nvCxnSpPr>
            <p:spPr>
              <a:xfrm flipV="1">
                <a:off x="3329523" y="1463675"/>
                <a:ext cx="0" cy="462803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71" name="Gerader Verbinder 1770">
                <a:extLst>
                  <a:ext uri="{FF2B5EF4-FFF2-40B4-BE49-F238E27FC236}">
                    <a16:creationId xmlns:a16="http://schemas.microsoft.com/office/drawing/2014/main" id="{67F47F41-24CC-3EC6-645A-BD348B82DA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15770" y="1481364"/>
                <a:ext cx="0" cy="462803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ysDash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772" name="Gruppieren 1771">
              <a:extLst>
                <a:ext uri="{FF2B5EF4-FFF2-40B4-BE49-F238E27FC236}">
                  <a16:creationId xmlns:a16="http://schemas.microsoft.com/office/drawing/2014/main" id="{7772C9F6-EA9B-9718-DFD6-AD451B6CDD6D}"/>
                </a:ext>
              </a:extLst>
            </p:cNvPr>
            <p:cNvGrpSpPr/>
            <p:nvPr/>
          </p:nvGrpSpPr>
          <p:grpSpPr>
            <a:xfrm rot="6907281">
              <a:off x="2239298" y="11433"/>
              <a:ext cx="646352" cy="753053"/>
              <a:chOff x="1602412" y="2267042"/>
              <a:chExt cx="646352" cy="753053"/>
            </a:xfrm>
          </p:grpSpPr>
          <p:cxnSp>
            <p:nvCxnSpPr>
              <p:cNvPr id="1773" name="Gerader Verbinder 1772">
                <a:extLst>
                  <a:ext uri="{FF2B5EF4-FFF2-40B4-BE49-F238E27FC236}">
                    <a16:creationId xmlns:a16="http://schemas.microsoft.com/office/drawing/2014/main" id="{F02FDAD8-2214-73BB-F0A8-DE38E0DB0148}"/>
                  </a:ext>
                </a:extLst>
              </p:cNvPr>
              <p:cNvCxnSpPr>
                <a:cxnSpLocks/>
              </p:cNvCxnSpPr>
              <p:nvPr/>
            </p:nvCxnSpPr>
            <p:spPr>
              <a:xfrm rot="14692719" flipV="1">
                <a:off x="1745162" y="2399622"/>
                <a:ext cx="636181" cy="371022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74" name="Gerader Verbinder 1773">
                <a:extLst>
                  <a:ext uri="{FF2B5EF4-FFF2-40B4-BE49-F238E27FC236}">
                    <a16:creationId xmlns:a16="http://schemas.microsoft.com/office/drawing/2014/main" id="{86376B6C-D3AC-A7A4-299E-94D2B848A0A5}"/>
                  </a:ext>
                </a:extLst>
              </p:cNvPr>
              <p:cNvCxnSpPr>
                <a:cxnSpLocks/>
              </p:cNvCxnSpPr>
              <p:nvPr/>
            </p:nvCxnSpPr>
            <p:spPr>
              <a:xfrm rot="14692719" flipV="1">
                <a:off x="1570476" y="2350584"/>
                <a:ext cx="701447" cy="637576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775" name="Ellipse 1774">
              <a:extLst>
                <a:ext uri="{FF2B5EF4-FFF2-40B4-BE49-F238E27FC236}">
                  <a16:creationId xmlns:a16="http://schemas.microsoft.com/office/drawing/2014/main" id="{059DEE7B-3A15-EB0C-D018-4A0DC9B44CD7}"/>
                </a:ext>
              </a:extLst>
            </p:cNvPr>
            <p:cNvSpPr/>
            <p:nvPr/>
          </p:nvSpPr>
          <p:spPr>
            <a:xfrm>
              <a:off x="1991973" y="531647"/>
              <a:ext cx="540000" cy="54000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776" name="Graphic 1">
              <a:extLst>
                <a:ext uri="{FF2B5EF4-FFF2-40B4-BE49-F238E27FC236}">
                  <a16:creationId xmlns:a16="http://schemas.microsoft.com/office/drawing/2014/main" id="{404D5665-B7D4-75CB-3CFC-46BC92277E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08609" y="910887"/>
              <a:ext cx="733425" cy="686943"/>
            </a:xfrm>
            <a:custGeom>
              <a:avLst/>
              <a:gdLst>
                <a:gd name="connsiteX0" fmla="*/ 717156 w 733425"/>
                <a:gd name="connsiteY0" fmla="*/ 658358 h 686943"/>
                <a:gd name="connsiteX1" fmla="*/ 717156 w 733425"/>
                <a:gd name="connsiteY1" fmla="*/ 657368 h 686943"/>
                <a:gd name="connsiteX2" fmla="*/ 716547 w 733425"/>
                <a:gd name="connsiteY2" fmla="*/ 653225 h 686943"/>
                <a:gd name="connsiteX3" fmla="*/ 625478 w 733425"/>
                <a:gd name="connsiteY3" fmla="*/ 244812 h 686943"/>
                <a:gd name="connsiteX4" fmla="*/ 611191 w 733425"/>
                <a:gd name="connsiteY4" fmla="*/ 230524 h 686943"/>
                <a:gd name="connsiteX5" fmla="*/ 427834 w 733425"/>
                <a:gd name="connsiteY5" fmla="*/ 230524 h 686943"/>
                <a:gd name="connsiteX6" fmla="*/ 413547 w 733425"/>
                <a:gd name="connsiteY6" fmla="*/ 244812 h 686943"/>
                <a:gd name="connsiteX7" fmla="*/ 386363 w 733425"/>
                <a:gd name="connsiteY7" fmla="*/ 413880 h 686943"/>
                <a:gd name="connsiteX8" fmla="*/ 304610 w 733425"/>
                <a:gd name="connsiteY8" fmla="*/ 413880 h 686943"/>
                <a:gd name="connsiteX9" fmla="*/ 304610 w 733425"/>
                <a:gd name="connsiteY9" fmla="*/ 276368 h 686943"/>
                <a:gd name="connsiteX10" fmla="*/ 212931 w 733425"/>
                <a:gd name="connsiteY10" fmla="*/ 276368 h 686943"/>
                <a:gd name="connsiteX11" fmla="*/ 212931 w 733425"/>
                <a:gd name="connsiteY11" fmla="*/ 123577 h 686943"/>
                <a:gd name="connsiteX12" fmla="*/ 92669 w 733425"/>
                <a:gd name="connsiteY12" fmla="*/ 123577 h 686943"/>
                <a:gd name="connsiteX13" fmla="*/ 92669 w 733425"/>
                <a:gd name="connsiteY13" fmla="*/ 413890 h 686943"/>
                <a:gd name="connsiteX14" fmla="*/ 31556 w 733425"/>
                <a:gd name="connsiteY14" fmla="*/ 413890 h 686943"/>
                <a:gd name="connsiteX15" fmla="*/ 31556 w 733425"/>
                <a:gd name="connsiteY15" fmla="*/ 658368 h 686943"/>
                <a:gd name="connsiteX16" fmla="*/ 0 w 733425"/>
                <a:gd name="connsiteY16" fmla="*/ 658368 h 686943"/>
                <a:gd name="connsiteX17" fmla="*/ 0 w 733425"/>
                <a:gd name="connsiteY17" fmla="*/ 686943 h 686943"/>
                <a:gd name="connsiteX18" fmla="*/ 733425 w 733425"/>
                <a:gd name="connsiteY18" fmla="*/ 686943 h 686943"/>
                <a:gd name="connsiteX19" fmla="*/ 733425 w 733425"/>
                <a:gd name="connsiteY19" fmla="*/ 658368 h 686943"/>
                <a:gd name="connsiteX20" fmla="*/ 717156 w 733425"/>
                <a:gd name="connsiteY20" fmla="*/ 658368 h 686943"/>
                <a:gd name="connsiteX21" fmla="*/ 441693 w 733425"/>
                <a:gd name="connsiteY21" fmla="*/ 259099 h 686943"/>
                <a:gd name="connsiteX22" fmla="*/ 597332 w 733425"/>
                <a:gd name="connsiteY22" fmla="*/ 259099 h 686943"/>
                <a:gd name="connsiteX23" fmla="*/ 688248 w 733425"/>
                <a:gd name="connsiteY23" fmla="*/ 658358 h 686943"/>
                <a:gd name="connsiteX24" fmla="*/ 564356 w 733425"/>
                <a:gd name="connsiteY24" fmla="*/ 658358 h 686943"/>
                <a:gd name="connsiteX25" fmla="*/ 564356 w 733425"/>
                <a:gd name="connsiteY25" fmla="*/ 413880 h 686943"/>
                <a:gd name="connsiteX26" fmla="*/ 415633 w 733425"/>
                <a:gd name="connsiteY26" fmla="*/ 413880 h 686943"/>
                <a:gd name="connsiteX27" fmla="*/ 441693 w 733425"/>
                <a:gd name="connsiteY27" fmla="*/ 259099 h 686943"/>
                <a:gd name="connsiteX28" fmla="*/ 276025 w 733425"/>
                <a:gd name="connsiteY28" fmla="*/ 304943 h 686943"/>
                <a:gd name="connsiteX29" fmla="*/ 276025 w 733425"/>
                <a:gd name="connsiteY29" fmla="*/ 413890 h 686943"/>
                <a:gd name="connsiteX30" fmla="*/ 212922 w 733425"/>
                <a:gd name="connsiteY30" fmla="*/ 413890 h 686943"/>
                <a:gd name="connsiteX31" fmla="*/ 212922 w 733425"/>
                <a:gd name="connsiteY31" fmla="*/ 304943 h 686943"/>
                <a:gd name="connsiteX32" fmla="*/ 276025 w 733425"/>
                <a:gd name="connsiteY32" fmla="*/ 304943 h 686943"/>
                <a:gd name="connsiteX33" fmla="*/ 121244 w 733425"/>
                <a:gd name="connsiteY33" fmla="*/ 152152 h 686943"/>
                <a:gd name="connsiteX34" fmla="*/ 184347 w 733425"/>
                <a:gd name="connsiteY34" fmla="*/ 152152 h 686943"/>
                <a:gd name="connsiteX35" fmla="*/ 184347 w 733425"/>
                <a:gd name="connsiteY35" fmla="*/ 413890 h 686943"/>
                <a:gd name="connsiteX36" fmla="*/ 121244 w 733425"/>
                <a:gd name="connsiteY36" fmla="*/ 413890 h 686943"/>
                <a:gd name="connsiteX37" fmla="*/ 121244 w 733425"/>
                <a:gd name="connsiteY37" fmla="*/ 152152 h 686943"/>
                <a:gd name="connsiteX38" fmla="*/ 60131 w 733425"/>
                <a:gd name="connsiteY38" fmla="*/ 442455 h 686943"/>
                <a:gd name="connsiteX39" fmla="*/ 535781 w 733425"/>
                <a:gd name="connsiteY39" fmla="*/ 442455 h 686943"/>
                <a:gd name="connsiteX40" fmla="*/ 535781 w 733425"/>
                <a:gd name="connsiteY40" fmla="*/ 658358 h 686943"/>
                <a:gd name="connsiteX41" fmla="*/ 487956 w 733425"/>
                <a:gd name="connsiteY41" fmla="*/ 658358 h 686943"/>
                <a:gd name="connsiteX42" fmla="*/ 487956 w 733425"/>
                <a:gd name="connsiteY42" fmla="*/ 566680 h 686943"/>
                <a:gd name="connsiteX43" fmla="*/ 382981 w 733425"/>
                <a:gd name="connsiteY43" fmla="*/ 566680 h 686943"/>
                <a:gd name="connsiteX44" fmla="*/ 382981 w 733425"/>
                <a:gd name="connsiteY44" fmla="*/ 658358 h 686943"/>
                <a:gd name="connsiteX45" fmla="*/ 60131 w 733425"/>
                <a:gd name="connsiteY45" fmla="*/ 658358 h 686943"/>
                <a:gd name="connsiteX46" fmla="*/ 60131 w 733425"/>
                <a:gd name="connsiteY46" fmla="*/ 442455 h 686943"/>
                <a:gd name="connsiteX47" fmla="*/ 459381 w 733425"/>
                <a:gd name="connsiteY47" fmla="*/ 658358 h 686943"/>
                <a:gd name="connsiteX48" fmla="*/ 411556 w 733425"/>
                <a:gd name="connsiteY48" fmla="*/ 658358 h 686943"/>
                <a:gd name="connsiteX49" fmla="*/ 411556 w 733425"/>
                <a:gd name="connsiteY49" fmla="*/ 595255 h 686943"/>
                <a:gd name="connsiteX50" fmla="*/ 459381 w 733425"/>
                <a:gd name="connsiteY50" fmla="*/ 595255 h 686943"/>
                <a:gd name="connsiteX51" fmla="*/ 459381 w 733425"/>
                <a:gd name="connsiteY51" fmla="*/ 658358 h 686943"/>
                <a:gd name="connsiteX52" fmla="*/ 6458 w 733425"/>
                <a:gd name="connsiteY52" fmla="*/ 22489 h 686943"/>
                <a:gd name="connsiteX53" fmla="*/ 24079 w 733425"/>
                <a:gd name="connsiteY53" fmla="*/ 0 h 686943"/>
                <a:gd name="connsiteX54" fmla="*/ 143723 w 733425"/>
                <a:gd name="connsiteY54" fmla="*/ 39853 h 686943"/>
                <a:gd name="connsiteX55" fmla="*/ 330175 w 733425"/>
                <a:gd name="connsiteY55" fmla="*/ 56483 h 686943"/>
                <a:gd name="connsiteX56" fmla="*/ 411813 w 733425"/>
                <a:gd name="connsiteY56" fmla="*/ 62989 h 686943"/>
                <a:gd name="connsiteX57" fmla="*/ 495252 w 733425"/>
                <a:gd name="connsiteY57" fmla="*/ 63922 h 686943"/>
                <a:gd name="connsiteX58" fmla="*/ 564366 w 733425"/>
                <a:gd name="connsiteY58" fmla="*/ 198987 h 686943"/>
                <a:gd name="connsiteX59" fmla="*/ 535791 w 733425"/>
                <a:gd name="connsiteY59" fmla="*/ 198987 h 686943"/>
                <a:gd name="connsiteX60" fmla="*/ 482660 w 733425"/>
                <a:gd name="connsiteY60" fmla="*/ 89583 h 686943"/>
                <a:gd name="connsiteX61" fmla="*/ 417681 w 733425"/>
                <a:gd name="connsiteY61" fmla="*/ 90973 h 686943"/>
                <a:gd name="connsiteX62" fmla="*/ 311591 w 733425"/>
                <a:gd name="connsiteY62" fmla="*/ 78210 h 686943"/>
                <a:gd name="connsiteX63" fmla="*/ 161896 w 733425"/>
                <a:gd name="connsiteY63" fmla="*/ 61932 h 686943"/>
                <a:gd name="connsiteX64" fmla="*/ 6458 w 733425"/>
                <a:gd name="connsiteY64" fmla="*/ 22489 h 686943"/>
                <a:gd name="connsiteX65" fmla="*/ 106956 w 733425"/>
                <a:gd name="connsiteY65" fmla="*/ 581968 h 686943"/>
                <a:gd name="connsiteX66" fmla="*/ 168069 w 733425"/>
                <a:gd name="connsiteY66" fmla="*/ 581968 h 686943"/>
                <a:gd name="connsiteX67" fmla="*/ 168069 w 733425"/>
                <a:gd name="connsiteY67" fmla="*/ 610543 h 686943"/>
                <a:gd name="connsiteX68" fmla="*/ 106956 w 733425"/>
                <a:gd name="connsiteY68" fmla="*/ 610543 h 686943"/>
                <a:gd name="connsiteX69" fmla="*/ 106956 w 733425"/>
                <a:gd name="connsiteY69" fmla="*/ 581968 h 686943"/>
                <a:gd name="connsiteX70" fmla="*/ 198634 w 733425"/>
                <a:gd name="connsiteY70" fmla="*/ 581968 h 686943"/>
                <a:gd name="connsiteX71" fmla="*/ 259747 w 733425"/>
                <a:gd name="connsiteY71" fmla="*/ 581968 h 686943"/>
                <a:gd name="connsiteX72" fmla="*/ 259747 w 733425"/>
                <a:gd name="connsiteY72" fmla="*/ 610543 h 686943"/>
                <a:gd name="connsiteX73" fmla="*/ 198634 w 733425"/>
                <a:gd name="connsiteY73" fmla="*/ 610543 h 686943"/>
                <a:gd name="connsiteX74" fmla="*/ 198634 w 733425"/>
                <a:gd name="connsiteY74" fmla="*/ 581968 h 686943"/>
                <a:gd name="connsiteX75" fmla="*/ 351434 w 733425"/>
                <a:gd name="connsiteY75" fmla="*/ 581968 h 686943"/>
                <a:gd name="connsiteX76" fmla="*/ 351434 w 733425"/>
                <a:gd name="connsiteY76" fmla="*/ 610543 h 686943"/>
                <a:gd name="connsiteX77" fmla="*/ 290322 w 733425"/>
                <a:gd name="connsiteY77" fmla="*/ 610543 h 686943"/>
                <a:gd name="connsiteX78" fmla="*/ 290322 w 733425"/>
                <a:gd name="connsiteY78" fmla="*/ 581968 h 686943"/>
                <a:gd name="connsiteX79" fmla="*/ 351434 w 733425"/>
                <a:gd name="connsiteY79" fmla="*/ 581968 h 6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733425" h="686943">
                  <a:moveTo>
                    <a:pt x="717156" y="658358"/>
                  </a:moveTo>
                  <a:lnTo>
                    <a:pt x="717156" y="657368"/>
                  </a:lnTo>
                  <a:cubicBezTo>
                    <a:pt x="717156" y="655968"/>
                    <a:pt x="716956" y="654568"/>
                    <a:pt x="716547" y="653225"/>
                  </a:cubicBezTo>
                  <a:cubicBezTo>
                    <a:pt x="715632" y="650224"/>
                    <a:pt x="625478" y="350987"/>
                    <a:pt x="625478" y="244812"/>
                  </a:cubicBezTo>
                  <a:cubicBezTo>
                    <a:pt x="625478" y="236925"/>
                    <a:pt x="619077" y="230524"/>
                    <a:pt x="611191" y="230524"/>
                  </a:cubicBezTo>
                  <a:lnTo>
                    <a:pt x="427834" y="230524"/>
                  </a:lnTo>
                  <a:cubicBezTo>
                    <a:pt x="419948" y="230524"/>
                    <a:pt x="413547" y="236925"/>
                    <a:pt x="413547" y="244812"/>
                  </a:cubicBezTo>
                  <a:cubicBezTo>
                    <a:pt x="413547" y="278559"/>
                    <a:pt x="404384" y="335451"/>
                    <a:pt x="386363" y="413880"/>
                  </a:cubicBezTo>
                  <a:lnTo>
                    <a:pt x="304610" y="413880"/>
                  </a:lnTo>
                  <a:lnTo>
                    <a:pt x="304610" y="276368"/>
                  </a:lnTo>
                  <a:lnTo>
                    <a:pt x="212931" y="276368"/>
                  </a:lnTo>
                  <a:lnTo>
                    <a:pt x="212931" y="123577"/>
                  </a:lnTo>
                  <a:lnTo>
                    <a:pt x="92669" y="123577"/>
                  </a:lnTo>
                  <a:lnTo>
                    <a:pt x="92669" y="413890"/>
                  </a:lnTo>
                  <a:lnTo>
                    <a:pt x="31556" y="413890"/>
                  </a:lnTo>
                  <a:lnTo>
                    <a:pt x="31556" y="658368"/>
                  </a:lnTo>
                  <a:lnTo>
                    <a:pt x="0" y="658368"/>
                  </a:lnTo>
                  <a:lnTo>
                    <a:pt x="0" y="686943"/>
                  </a:lnTo>
                  <a:lnTo>
                    <a:pt x="733425" y="686943"/>
                  </a:lnTo>
                  <a:lnTo>
                    <a:pt x="733425" y="658368"/>
                  </a:lnTo>
                  <a:lnTo>
                    <a:pt x="717156" y="658368"/>
                  </a:lnTo>
                  <a:close/>
                  <a:moveTo>
                    <a:pt x="441693" y="259099"/>
                  </a:moveTo>
                  <a:lnTo>
                    <a:pt x="597332" y="259099"/>
                  </a:lnTo>
                  <a:cubicBezTo>
                    <a:pt x="603656" y="373323"/>
                    <a:pt x="678580" y="626135"/>
                    <a:pt x="688248" y="658358"/>
                  </a:cubicBezTo>
                  <a:lnTo>
                    <a:pt x="564356" y="658358"/>
                  </a:lnTo>
                  <a:lnTo>
                    <a:pt x="564356" y="413880"/>
                  </a:lnTo>
                  <a:lnTo>
                    <a:pt x="415633" y="413880"/>
                  </a:lnTo>
                  <a:cubicBezTo>
                    <a:pt x="430940" y="346424"/>
                    <a:pt x="439741" y="294389"/>
                    <a:pt x="441693" y="259099"/>
                  </a:cubicBezTo>
                  <a:close/>
                  <a:moveTo>
                    <a:pt x="276025" y="304943"/>
                  </a:moveTo>
                  <a:lnTo>
                    <a:pt x="276025" y="413890"/>
                  </a:lnTo>
                  <a:lnTo>
                    <a:pt x="212922" y="413890"/>
                  </a:lnTo>
                  <a:lnTo>
                    <a:pt x="212922" y="304943"/>
                  </a:lnTo>
                  <a:lnTo>
                    <a:pt x="276025" y="304943"/>
                  </a:lnTo>
                  <a:close/>
                  <a:moveTo>
                    <a:pt x="121244" y="152152"/>
                  </a:moveTo>
                  <a:lnTo>
                    <a:pt x="184347" y="152152"/>
                  </a:lnTo>
                  <a:lnTo>
                    <a:pt x="184347" y="413890"/>
                  </a:lnTo>
                  <a:lnTo>
                    <a:pt x="121244" y="413890"/>
                  </a:lnTo>
                  <a:lnTo>
                    <a:pt x="121244" y="152152"/>
                  </a:lnTo>
                  <a:close/>
                  <a:moveTo>
                    <a:pt x="60131" y="442455"/>
                  </a:moveTo>
                  <a:lnTo>
                    <a:pt x="535781" y="442455"/>
                  </a:lnTo>
                  <a:lnTo>
                    <a:pt x="535781" y="658358"/>
                  </a:lnTo>
                  <a:lnTo>
                    <a:pt x="487956" y="658358"/>
                  </a:lnTo>
                  <a:lnTo>
                    <a:pt x="487956" y="566680"/>
                  </a:lnTo>
                  <a:lnTo>
                    <a:pt x="382981" y="566680"/>
                  </a:lnTo>
                  <a:lnTo>
                    <a:pt x="382981" y="658358"/>
                  </a:lnTo>
                  <a:lnTo>
                    <a:pt x="60131" y="658358"/>
                  </a:lnTo>
                  <a:lnTo>
                    <a:pt x="60131" y="442455"/>
                  </a:lnTo>
                  <a:close/>
                  <a:moveTo>
                    <a:pt x="459381" y="658358"/>
                  </a:moveTo>
                  <a:lnTo>
                    <a:pt x="411556" y="658358"/>
                  </a:lnTo>
                  <a:lnTo>
                    <a:pt x="411556" y="595255"/>
                  </a:lnTo>
                  <a:lnTo>
                    <a:pt x="459381" y="595255"/>
                  </a:lnTo>
                  <a:lnTo>
                    <a:pt x="459381" y="658358"/>
                  </a:lnTo>
                  <a:close/>
                  <a:moveTo>
                    <a:pt x="6458" y="22489"/>
                  </a:moveTo>
                  <a:lnTo>
                    <a:pt x="24079" y="0"/>
                  </a:lnTo>
                  <a:cubicBezTo>
                    <a:pt x="49987" y="20269"/>
                    <a:pt x="113481" y="64789"/>
                    <a:pt x="143723" y="39853"/>
                  </a:cubicBezTo>
                  <a:cubicBezTo>
                    <a:pt x="197025" y="-4020"/>
                    <a:pt x="266719" y="2162"/>
                    <a:pt x="330175" y="56483"/>
                  </a:cubicBezTo>
                  <a:cubicBezTo>
                    <a:pt x="352330" y="75448"/>
                    <a:pt x="379905" y="69685"/>
                    <a:pt x="411813" y="62989"/>
                  </a:cubicBezTo>
                  <a:cubicBezTo>
                    <a:pt x="439912" y="57102"/>
                    <a:pt x="468992" y="51025"/>
                    <a:pt x="495252" y="63922"/>
                  </a:cubicBezTo>
                  <a:cubicBezTo>
                    <a:pt x="559022" y="95260"/>
                    <a:pt x="564366" y="147828"/>
                    <a:pt x="564366" y="198987"/>
                  </a:cubicBezTo>
                  <a:lnTo>
                    <a:pt x="535791" y="198987"/>
                  </a:lnTo>
                  <a:cubicBezTo>
                    <a:pt x="535791" y="144961"/>
                    <a:pt x="527323" y="111519"/>
                    <a:pt x="482660" y="89583"/>
                  </a:cubicBezTo>
                  <a:cubicBezTo>
                    <a:pt x="465211" y="81001"/>
                    <a:pt x="442122" y="85849"/>
                    <a:pt x="417681" y="90973"/>
                  </a:cubicBezTo>
                  <a:cubicBezTo>
                    <a:pt x="383353" y="98184"/>
                    <a:pt x="344434" y="106318"/>
                    <a:pt x="311591" y="78210"/>
                  </a:cubicBezTo>
                  <a:cubicBezTo>
                    <a:pt x="286607" y="56826"/>
                    <a:pt x="221990" y="12411"/>
                    <a:pt x="161896" y="61932"/>
                  </a:cubicBezTo>
                  <a:cubicBezTo>
                    <a:pt x="128378" y="89487"/>
                    <a:pt x="74638" y="75886"/>
                    <a:pt x="6458" y="22489"/>
                  </a:cubicBezTo>
                  <a:close/>
                  <a:moveTo>
                    <a:pt x="106956" y="581968"/>
                  </a:moveTo>
                  <a:lnTo>
                    <a:pt x="168069" y="581968"/>
                  </a:lnTo>
                  <a:lnTo>
                    <a:pt x="168069" y="610543"/>
                  </a:lnTo>
                  <a:lnTo>
                    <a:pt x="106956" y="610543"/>
                  </a:lnTo>
                  <a:lnTo>
                    <a:pt x="106956" y="581968"/>
                  </a:lnTo>
                  <a:close/>
                  <a:moveTo>
                    <a:pt x="198634" y="581968"/>
                  </a:moveTo>
                  <a:lnTo>
                    <a:pt x="259747" y="581968"/>
                  </a:lnTo>
                  <a:lnTo>
                    <a:pt x="259747" y="610543"/>
                  </a:lnTo>
                  <a:lnTo>
                    <a:pt x="198634" y="610543"/>
                  </a:lnTo>
                  <a:lnTo>
                    <a:pt x="198634" y="581968"/>
                  </a:lnTo>
                  <a:close/>
                  <a:moveTo>
                    <a:pt x="351434" y="581968"/>
                  </a:moveTo>
                  <a:lnTo>
                    <a:pt x="351434" y="610543"/>
                  </a:lnTo>
                  <a:lnTo>
                    <a:pt x="290322" y="610543"/>
                  </a:lnTo>
                  <a:lnTo>
                    <a:pt x="290322" y="581968"/>
                  </a:lnTo>
                  <a:lnTo>
                    <a:pt x="351434" y="58196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77" name="Textfeld 1776">
              <a:extLst>
                <a:ext uri="{FF2B5EF4-FFF2-40B4-BE49-F238E27FC236}">
                  <a16:creationId xmlns:a16="http://schemas.microsoft.com/office/drawing/2014/main" id="{ABD1169C-35AA-978A-B770-87C37545C234}"/>
                </a:ext>
              </a:extLst>
            </p:cNvPr>
            <p:cNvSpPr txBox="1"/>
            <p:nvPr/>
          </p:nvSpPr>
          <p:spPr>
            <a:xfrm>
              <a:off x="1772954" y="1570858"/>
              <a:ext cx="192864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dirty="0" err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aggregated</a:t>
              </a:r>
              <a:r>
                <a:rPr lang="de-DE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dirty="0" err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heat</a:t>
              </a:r>
              <a:r>
                <a:rPr lang="de-DE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dirty="0" err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demand</a:t>
              </a:r>
              <a:endPara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941" name="Gruppieren 1940">
            <a:extLst>
              <a:ext uri="{FF2B5EF4-FFF2-40B4-BE49-F238E27FC236}">
                <a16:creationId xmlns:a16="http://schemas.microsoft.com/office/drawing/2014/main" id="{2BB25C52-0AAB-34A5-A33F-2FF5F1E0925A}"/>
              </a:ext>
            </a:extLst>
          </p:cNvPr>
          <p:cNvGrpSpPr/>
          <p:nvPr/>
        </p:nvGrpSpPr>
        <p:grpSpPr>
          <a:xfrm>
            <a:off x="4802485" y="1232676"/>
            <a:ext cx="2650549" cy="2286976"/>
            <a:chOff x="4639024" y="-1182090"/>
            <a:chExt cx="3475907" cy="3730350"/>
          </a:xfrm>
        </p:grpSpPr>
        <p:grpSp>
          <p:nvGrpSpPr>
            <p:cNvPr id="1707" name="Gruppieren 1706">
              <a:extLst>
                <a:ext uri="{FF2B5EF4-FFF2-40B4-BE49-F238E27FC236}">
                  <a16:creationId xmlns:a16="http://schemas.microsoft.com/office/drawing/2014/main" id="{0F01174B-4E22-EF73-1902-2E7B2FD3AE97}"/>
                </a:ext>
              </a:extLst>
            </p:cNvPr>
            <p:cNvGrpSpPr/>
            <p:nvPr/>
          </p:nvGrpSpPr>
          <p:grpSpPr>
            <a:xfrm rot="2204319">
              <a:off x="4776170" y="-313731"/>
              <a:ext cx="691785" cy="1330632"/>
              <a:chOff x="1766482" y="2161886"/>
              <a:chExt cx="368012" cy="773975"/>
            </a:xfrm>
          </p:grpSpPr>
          <p:cxnSp>
            <p:nvCxnSpPr>
              <p:cNvPr id="1708" name="Gerader Verbinder 1707">
                <a:extLst>
                  <a:ext uri="{FF2B5EF4-FFF2-40B4-BE49-F238E27FC236}">
                    <a16:creationId xmlns:a16="http://schemas.microsoft.com/office/drawing/2014/main" id="{694C02A3-807B-F3CB-8C92-4056EAF71674}"/>
                  </a:ext>
                </a:extLst>
              </p:cNvPr>
              <p:cNvCxnSpPr>
                <a:cxnSpLocks/>
              </p:cNvCxnSpPr>
              <p:nvPr/>
            </p:nvCxnSpPr>
            <p:spPr>
              <a:xfrm rot="19395681" flipH="1" flipV="1">
                <a:off x="1796527" y="2161886"/>
                <a:ext cx="337967" cy="773975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09" name="Gerader Verbinder 1708">
                <a:extLst>
                  <a:ext uri="{FF2B5EF4-FFF2-40B4-BE49-F238E27FC236}">
                    <a16:creationId xmlns:a16="http://schemas.microsoft.com/office/drawing/2014/main" id="{AB7AF6F7-7AAB-7715-E669-8FC114A51BC7}"/>
                  </a:ext>
                </a:extLst>
              </p:cNvPr>
              <p:cNvCxnSpPr>
                <a:cxnSpLocks/>
                <a:stCxn id="1780" idx="1"/>
              </p:cNvCxnSpPr>
              <p:nvPr/>
            </p:nvCxnSpPr>
            <p:spPr>
              <a:xfrm rot="19395681" flipH="1" flipV="1">
                <a:off x="1766482" y="2260290"/>
                <a:ext cx="269252" cy="640550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940" name="Gruppieren 1939">
              <a:extLst>
                <a:ext uri="{FF2B5EF4-FFF2-40B4-BE49-F238E27FC236}">
                  <a16:creationId xmlns:a16="http://schemas.microsoft.com/office/drawing/2014/main" id="{6C9F622A-F59C-9665-939D-3BE4091E06F6}"/>
                </a:ext>
              </a:extLst>
            </p:cNvPr>
            <p:cNvGrpSpPr/>
            <p:nvPr/>
          </p:nvGrpSpPr>
          <p:grpSpPr>
            <a:xfrm>
              <a:off x="4639024" y="-1182090"/>
              <a:ext cx="3475907" cy="3730350"/>
              <a:chOff x="4639024" y="-1182090"/>
              <a:chExt cx="3475907" cy="3730350"/>
            </a:xfrm>
          </p:grpSpPr>
          <p:grpSp>
            <p:nvGrpSpPr>
              <p:cNvPr id="1695" name="Gruppieren 1694">
                <a:extLst>
                  <a:ext uri="{FF2B5EF4-FFF2-40B4-BE49-F238E27FC236}">
                    <a16:creationId xmlns:a16="http://schemas.microsoft.com/office/drawing/2014/main" id="{9525BB67-3342-DA37-52FC-FF9987E00706}"/>
                  </a:ext>
                </a:extLst>
              </p:cNvPr>
              <p:cNvGrpSpPr/>
              <p:nvPr/>
            </p:nvGrpSpPr>
            <p:grpSpPr>
              <a:xfrm rot="13563808">
                <a:off x="6880823" y="1783297"/>
                <a:ext cx="762797" cy="84178"/>
                <a:chOff x="1753192" y="2655722"/>
                <a:chExt cx="700637" cy="48371"/>
              </a:xfrm>
            </p:grpSpPr>
            <p:cxnSp>
              <p:nvCxnSpPr>
                <p:cNvPr id="1696" name="Gerader Verbinder 1695">
                  <a:extLst>
                    <a:ext uri="{FF2B5EF4-FFF2-40B4-BE49-F238E27FC236}">
                      <a16:creationId xmlns:a16="http://schemas.microsoft.com/office/drawing/2014/main" id="{504DB96B-3943-AAB2-A127-62266081BF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8036192">
                  <a:off x="2128081" y="2344455"/>
                  <a:ext cx="9917" cy="632452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005B7F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697" name="Gerader Verbinder 1696">
                  <a:extLst>
                    <a:ext uri="{FF2B5EF4-FFF2-40B4-BE49-F238E27FC236}">
                      <a16:creationId xmlns:a16="http://schemas.microsoft.com/office/drawing/2014/main" id="{C1E7D0A1-A3C0-4B71-1EA2-9073C7F868F7}"/>
                    </a:ext>
                  </a:extLst>
                </p:cNvPr>
                <p:cNvCxnSpPr>
                  <a:cxnSpLocks/>
                  <a:endCxn id="1784" idx="0"/>
                </p:cNvCxnSpPr>
                <p:nvPr/>
              </p:nvCxnSpPr>
              <p:spPr>
                <a:xfrm rot="8036192">
                  <a:off x="2100850" y="2351113"/>
                  <a:ext cx="5322" cy="700637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C000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698" name="Gruppieren 1697">
                <a:extLst>
                  <a:ext uri="{FF2B5EF4-FFF2-40B4-BE49-F238E27FC236}">
                    <a16:creationId xmlns:a16="http://schemas.microsoft.com/office/drawing/2014/main" id="{2C189404-E4F2-7794-8182-51493BA90139}"/>
                  </a:ext>
                </a:extLst>
              </p:cNvPr>
              <p:cNvGrpSpPr/>
              <p:nvPr/>
            </p:nvGrpSpPr>
            <p:grpSpPr>
              <a:xfrm rot="16554602">
                <a:off x="7025410" y="822367"/>
                <a:ext cx="1164803" cy="774092"/>
                <a:chOff x="1652355" y="2376219"/>
                <a:chExt cx="713901" cy="475364"/>
              </a:xfrm>
            </p:grpSpPr>
            <p:cxnSp>
              <p:nvCxnSpPr>
                <p:cNvPr id="1699" name="Gerader Verbinder 1698">
                  <a:extLst>
                    <a:ext uri="{FF2B5EF4-FFF2-40B4-BE49-F238E27FC236}">
                      <a16:creationId xmlns:a16="http://schemas.microsoft.com/office/drawing/2014/main" id="{2F943668-0ED9-7070-70DD-78A066725E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659883" y="2376219"/>
                  <a:ext cx="706373" cy="418160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005B7F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700" name="Gerader Verbinder 1699">
                  <a:extLst>
                    <a:ext uri="{FF2B5EF4-FFF2-40B4-BE49-F238E27FC236}">
                      <a16:creationId xmlns:a16="http://schemas.microsoft.com/office/drawing/2014/main" id="{13C410FC-17F0-7B3B-0080-2D30C969AA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652355" y="2433423"/>
                  <a:ext cx="706373" cy="418160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C000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701" name="Gruppieren 1700">
                <a:extLst>
                  <a:ext uri="{FF2B5EF4-FFF2-40B4-BE49-F238E27FC236}">
                    <a16:creationId xmlns:a16="http://schemas.microsoft.com/office/drawing/2014/main" id="{175AEBEA-763F-941F-4343-CAD87B7EAC3A}"/>
                  </a:ext>
                </a:extLst>
              </p:cNvPr>
              <p:cNvGrpSpPr/>
              <p:nvPr/>
            </p:nvGrpSpPr>
            <p:grpSpPr>
              <a:xfrm rot="19134781">
                <a:off x="5822285" y="1346960"/>
                <a:ext cx="1341984" cy="817254"/>
                <a:chOff x="1652355" y="2376219"/>
                <a:chExt cx="713901" cy="475364"/>
              </a:xfrm>
            </p:grpSpPr>
            <p:cxnSp>
              <p:nvCxnSpPr>
                <p:cNvPr id="1702" name="Gerader Verbinder 1701">
                  <a:extLst>
                    <a:ext uri="{FF2B5EF4-FFF2-40B4-BE49-F238E27FC236}">
                      <a16:creationId xmlns:a16="http://schemas.microsoft.com/office/drawing/2014/main" id="{7F5FEE21-5C80-090F-B9B3-D1C1052215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659883" y="2376219"/>
                  <a:ext cx="706373" cy="418160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005B7F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703" name="Gerader Verbinder 1702">
                  <a:extLst>
                    <a:ext uri="{FF2B5EF4-FFF2-40B4-BE49-F238E27FC236}">
                      <a16:creationId xmlns:a16="http://schemas.microsoft.com/office/drawing/2014/main" id="{03106F68-3B94-E426-93F5-3481167F21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652355" y="2433423"/>
                  <a:ext cx="706373" cy="418160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C000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704" name="Gruppieren 1703">
                <a:extLst>
                  <a:ext uri="{FF2B5EF4-FFF2-40B4-BE49-F238E27FC236}">
                    <a16:creationId xmlns:a16="http://schemas.microsoft.com/office/drawing/2014/main" id="{5DB0FA5B-7D0B-A57F-4E00-4939558BE33C}"/>
                  </a:ext>
                </a:extLst>
              </p:cNvPr>
              <p:cNvGrpSpPr/>
              <p:nvPr/>
            </p:nvGrpSpPr>
            <p:grpSpPr>
              <a:xfrm rot="18766551">
                <a:off x="5525759" y="274551"/>
                <a:ext cx="1318926" cy="1118288"/>
                <a:chOff x="1652355" y="2376219"/>
                <a:chExt cx="713901" cy="475364"/>
              </a:xfrm>
            </p:grpSpPr>
            <p:cxnSp>
              <p:nvCxnSpPr>
                <p:cNvPr id="1705" name="Gerader Verbinder 1704">
                  <a:extLst>
                    <a:ext uri="{FF2B5EF4-FFF2-40B4-BE49-F238E27FC236}">
                      <a16:creationId xmlns:a16="http://schemas.microsoft.com/office/drawing/2014/main" id="{93461466-9ED0-DC60-AD6D-7843CE8A35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659883" y="2376219"/>
                  <a:ext cx="706373" cy="418160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005B7F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706" name="Gerader Verbinder 1705">
                  <a:extLst>
                    <a:ext uri="{FF2B5EF4-FFF2-40B4-BE49-F238E27FC236}">
                      <a16:creationId xmlns:a16="http://schemas.microsoft.com/office/drawing/2014/main" id="{AE33CFFD-26DE-DE7A-7F71-87A20BEF82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652355" y="2433423"/>
                  <a:ext cx="706373" cy="418160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C000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710" name="Gruppieren 1709">
                <a:extLst>
                  <a:ext uri="{FF2B5EF4-FFF2-40B4-BE49-F238E27FC236}">
                    <a16:creationId xmlns:a16="http://schemas.microsoft.com/office/drawing/2014/main" id="{A2188720-05F8-0168-48AF-694959EB9401}"/>
                  </a:ext>
                </a:extLst>
              </p:cNvPr>
              <p:cNvGrpSpPr/>
              <p:nvPr/>
            </p:nvGrpSpPr>
            <p:grpSpPr>
              <a:xfrm rot="19493042">
                <a:off x="7039879" y="372600"/>
                <a:ext cx="788038" cy="624476"/>
                <a:chOff x="1628855" y="2376219"/>
                <a:chExt cx="737401" cy="511536"/>
              </a:xfrm>
            </p:grpSpPr>
            <p:cxnSp>
              <p:nvCxnSpPr>
                <p:cNvPr id="1711" name="Gerader Verbinder 1710">
                  <a:extLst>
                    <a:ext uri="{FF2B5EF4-FFF2-40B4-BE49-F238E27FC236}">
                      <a16:creationId xmlns:a16="http://schemas.microsoft.com/office/drawing/2014/main" id="{F31DDE60-AB71-1340-0146-A3BF905F50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659883" y="2376219"/>
                  <a:ext cx="706373" cy="418160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005B7F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712" name="Gerader Verbinder 1711">
                  <a:extLst>
                    <a:ext uri="{FF2B5EF4-FFF2-40B4-BE49-F238E27FC236}">
                      <a16:creationId xmlns:a16="http://schemas.microsoft.com/office/drawing/2014/main" id="{8DB48362-D438-09CF-70F8-247527531E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628855" y="2469595"/>
                  <a:ext cx="706373" cy="418160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C000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713" name="Gruppieren 1712">
                <a:extLst>
                  <a:ext uri="{FF2B5EF4-FFF2-40B4-BE49-F238E27FC236}">
                    <a16:creationId xmlns:a16="http://schemas.microsoft.com/office/drawing/2014/main" id="{38BA4403-59A3-F047-330A-A1C330E50900}"/>
                  </a:ext>
                </a:extLst>
              </p:cNvPr>
              <p:cNvGrpSpPr/>
              <p:nvPr/>
            </p:nvGrpSpPr>
            <p:grpSpPr>
              <a:xfrm rot="14815612">
                <a:off x="6467077" y="-213471"/>
                <a:ext cx="1117038" cy="769332"/>
                <a:chOff x="1652355" y="2376219"/>
                <a:chExt cx="713901" cy="475364"/>
              </a:xfrm>
            </p:grpSpPr>
            <p:cxnSp>
              <p:nvCxnSpPr>
                <p:cNvPr id="1714" name="Gerader Verbinder 1713">
                  <a:extLst>
                    <a:ext uri="{FF2B5EF4-FFF2-40B4-BE49-F238E27FC236}">
                      <a16:creationId xmlns:a16="http://schemas.microsoft.com/office/drawing/2014/main" id="{06D87538-D315-EC3A-26DC-FCB761A598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659883" y="2376219"/>
                  <a:ext cx="706373" cy="418160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005B7F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715" name="Gerader Verbinder 1714">
                  <a:extLst>
                    <a:ext uri="{FF2B5EF4-FFF2-40B4-BE49-F238E27FC236}">
                      <a16:creationId xmlns:a16="http://schemas.microsoft.com/office/drawing/2014/main" id="{F72FAD27-A491-8548-8457-BC0A089BF9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652355" y="2433423"/>
                  <a:ext cx="706373" cy="418160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C000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778" name="Ellipse 1777">
                <a:extLst>
                  <a:ext uri="{FF2B5EF4-FFF2-40B4-BE49-F238E27FC236}">
                    <a16:creationId xmlns:a16="http://schemas.microsoft.com/office/drawing/2014/main" id="{02820DDD-EEC0-16B0-0DEE-7E2B808933C0}"/>
                  </a:ext>
                </a:extLst>
              </p:cNvPr>
              <p:cNvSpPr/>
              <p:nvPr/>
            </p:nvSpPr>
            <p:spPr>
              <a:xfrm>
                <a:off x="6728434" y="572790"/>
                <a:ext cx="432000" cy="431999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779" name="Ellipse 1778">
                <a:extLst>
                  <a:ext uri="{FF2B5EF4-FFF2-40B4-BE49-F238E27FC236}">
                    <a16:creationId xmlns:a16="http://schemas.microsoft.com/office/drawing/2014/main" id="{BD2F83A5-BEE8-0E3C-3902-AEF3FA3DA275}"/>
                  </a:ext>
                </a:extLst>
              </p:cNvPr>
              <p:cNvSpPr/>
              <p:nvPr/>
            </p:nvSpPr>
            <p:spPr>
              <a:xfrm>
                <a:off x="7682931" y="421935"/>
                <a:ext cx="432000" cy="43200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0" marR="0" lvl="0" indent="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Tx/>
                  <a:buNone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780" name="Ellipse 1779">
                <a:extLst>
                  <a:ext uri="{FF2B5EF4-FFF2-40B4-BE49-F238E27FC236}">
                    <a16:creationId xmlns:a16="http://schemas.microsoft.com/office/drawing/2014/main" id="{E08AF49E-9277-4262-02A1-095BEACE1802}"/>
                  </a:ext>
                </a:extLst>
              </p:cNvPr>
              <p:cNvSpPr/>
              <p:nvPr/>
            </p:nvSpPr>
            <p:spPr>
              <a:xfrm>
                <a:off x="5205516" y="796386"/>
                <a:ext cx="432000" cy="43200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781" name="Ellipse 1780">
                <a:extLst>
                  <a:ext uri="{FF2B5EF4-FFF2-40B4-BE49-F238E27FC236}">
                    <a16:creationId xmlns:a16="http://schemas.microsoft.com/office/drawing/2014/main" id="{BBC9658E-DA46-452C-B9AC-641298E1CFBF}"/>
                  </a:ext>
                </a:extLst>
              </p:cNvPr>
              <p:cNvSpPr/>
              <p:nvPr/>
            </p:nvSpPr>
            <p:spPr>
              <a:xfrm>
                <a:off x="5438852" y="1667237"/>
                <a:ext cx="432000" cy="43200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782" name="Ellipse 1781">
                <a:extLst>
                  <a:ext uri="{FF2B5EF4-FFF2-40B4-BE49-F238E27FC236}">
                    <a16:creationId xmlns:a16="http://schemas.microsoft.com/office/drawing/2014/main" id="{50B897A4-15BF-C97A-ADF8-ACC75F718544}"/>
                  </a:ext>
                </a:extLst>
              </p:cNvPr>
              <p:cNvSpPr/>
              <p:nvPr/>
            </p:nvSpPr>
            <p:spPr>
              <a:xfrm>
                <a:off x="7018775" y="1401047"/>
                <a:ext cx="432000" cy="43200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0" marR="0" lvl="0" indent="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Tx/>
                  <a:buNone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783" name="Ellipse 1782">
                <a:extLst>
                  <a:ext uri="{FF2B5EF4-FFF2-40B4-BE49-F238E27FC236}">
                    <a16:creationId xmlns:a16="http://schemas.microsoft.com/office/drawing/2014/main" id="{D14F85BB-5168-102F-9281-FDAB7EF3823D}"/>
                  </a:ext>
                </a:extLst>
              </p:cNvPr>
              <p:cNvSpPr/>
              <p:nvPr/>
            </p:nvSpPr>
            <p:spPr>
              <a:xfrm>
                <a:off x="4639024" y="-290681"/>
                <a:ext cx="432000" cy="43200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784" name="Rechteck: abgerundete Ecken 1783">
                <a:extLst>
                  <a:ext uri="{FF2B5EF4-FFF2-40B4-BE49-F238E27FC236}">
                    <a16:creationId xmlns:a16="http://schemas.microsoft.com/office/drawing/2014/main" id="{0C2886D8-D72F-475D-BE39-31C2230CACC3}"/>
                  </a:ext>
                </a:extLst>
              </p:cNvPr>
              <p:cNvSpPr/>
              <p:nvPr/>
            </p:nvSpPr>
            <p:spPr>
              <a:xfrm>
                <a:off x="6998998" y="2180791"/>
                <a:ext cx="589660" cy="367469"/>
              </a:xfrm>
              <a:prstGeom prst="round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1785" name="ee4p_icon_group">
                <a:extLst>
                  <a:ext uri="{FF2B5EF4-FFF2-40B4-BE49-F238E27FC236}">
                    <a16:creationId xmlns:a16="http://schemas.microsoft.com/office/drawing/2014/main" id="{DFA30E6E-194E-A85F-EEE7-583C7F11BDB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085199" y="2255018"/>
                <a:ext cx="219012" cy="219012"/>
                <a:chOff x="4031948" y="2889067"/>
                <a:chExt cx="1080000" cy="1079999"/>
              </a:xfrm>
              <a:solidFill>
                <a:sysClr val="windowText" lastClr="000000">
                  <a:lumMod val="95000"/>
                  <a:lumOff val="5000"/>
                </a:sysClr>
              </a:solidFill>
            </p:grpSpPr>
            <p:grpSp>
              <p:nvGrpSpPr>
                <p:cNvPr id="1786" name="ee4p_icon_frame">
                  <a:extLst>
                    <a:ext uri="{FF2B5EF4-FFF2-40B4-BE49-F238E27FC236}">
                      <a16:creationId xmlns:a16="http://schemas.microsoft.com/office/drawing/2014/main" id="{AC4014EB-5A50-F760-069C-E8C5A3396CE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4031948" y="2889067"/>
                  <a:ext cx="1080000" cy="1079999"/>
                  <a:chOff x="4737100" y="1701800"/>
                  <a:chExt cx="1098550" cy="1098550"/>
                </a:xfrm>
                <a:grpFill/>
              </p:grpSpPr>
              <p:cxnSp>
                <p:nvCxnSpPr>
                  <p:cNvPr id="1788" name="ee4p_icon_frame_top">
                    <a:extLst>
                      <a:ext uri="{FF2B5EF4-FFF2-40B4-BE49-F238E27FC236}">
                        <a16:creationId xmlns:a16="http://schemas.microsoft.com/office/drawing/2014/main" id="{8A7A8EC7-A42C-8147-7FD4-23E21203EFA3}"/>
                      </a:ext>
                    </a:extLst>
                  </p:cNvPr>
                  <p:cNvCxnSpPr/>
                  <p:nvPr/>
                </p:nvCxnSpPr>
                <p:spPr>
                  <a:xfrm>
                    <a:off x="4737100" y="1701800"/>
                    <a:ext cx="1098550" cy="0"/>
                  </a:xfrm>
                  <a:prstGeom prst="line">
                    <a:avLst/>
                  </a:prstGeom>
                  <a:grpFill/>
                  <a:ln w="0" cap="sq" cmpd="sng" algn="ctr">
                    <a:noFill/>
                    <a:prstDash val="solid"/>
                    <a:round/>
                  </a:ln>
                  <a:effectLst/>
                </p:spPr>
              </p:cxnSp>
              <p:cxnSp>
                <p:nvCxnSpPr>
                  <p:cNvPr id="1789" name="ee4p_icon_frame_bottom">
                    <a:extLst>
                      <a:ext uri="{FF2B5EF4-FFF2-40B4-BE49-F238E27FC236}">
                        <a16:creationId xmlns:a16="http://schemas.microsoft.com/office/drawing/2014/main" id="{D9906492-0798-9522-4685-90347E27A1DA}"/>
                      </a:ext>
                    </a:extLst>
                  </p:cNvPr>
                  <p:cNvCxnSpPr/>
                  <p:nvPr/>
                </p:nvCxnSpPr>
                <p:spPr>
                  <a:xfrm>
                    <a:off x="4737100" y="2800350"/>
                    <a:ext cx="1098550" cy="0"/>
                  </a:xfrm>
                  <a:prstGeom prst="line">
                    <a:avLst/>
                  </a:prstGeom>
                  <a:grpFill/>
                  <a:ln w="0" cap="sq" cmpd="sng" algn="ctr">
                    <a:noFill/>
                    <a:prstDash val="solid"/>
                    <a:round/>
                  </a:ln>
                  <a:effectLst/>
                </p:spPr>
              </p:cxnSp>
              <p:cxnSp>
                <p:nvCxnSpPr>
                  <p:cNvPr id="1790" name="ee4p_icon_frame_left">
                    <a:extLst>
                      <a:ext uri="{FF2B5EF4-FFF2-40B4-BE49-F238E27FC236}">
                        <a16:creationId xmlns:a16="http://schemas.microsoft.com/office/drawing/2014/main" id="{03B30A20-22F6-4226-BBEE-E76509D8128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187825" y="2251075"/>
                    <a:ext cx="1098550" cy="0"/>
                  </a:xfrm>
                  <a:prstGeom prst="line">
                    <a:avLst/>
                  </a:prstGeom>
                  <a:grpFill/>
                  <a:ln w="0" cap="sq" cmpd="sng" algn="ctr">
                    <a:noFill/>
                    <a:prstDash val="solid"/>
                    <a:round/>
                  </a:ln>
                  <a:effectLst/>
                </p:spPr>
              </p:cxnSp>
              <p:cxnSp>
                <p:nvCxnSpPr>
                  <p:cNvPr id="1791" name="ee4p_icon_frame_right">
                    <a:extLst>
                      <a:ext uri="{FF2B5EF4-FFF2-40B4-BE49-F238E27FC236}">
                        <a16:creationId xmlns:a16="http://schemas.microsoft.com/office/drawing/2014/main" id="{0240B187-467F-1F81-C28A-D2236C8E53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5286375" y="2251075"/>
                    <a:ext cx="1098550" cy="0"/>
                  </a:xfrm>
                  <a:prstGeom prst="line">
                    <a:avLst/>
                  </a:prstGeom>
                  <a:grpFill/>
                  <a:ln w="0" cap="sq" cmpd="sng" algn="ctr">
                    <a:noFill/>
                    <a:prstDash val="solid"/>
                    <a:round/>
                  </a:ln>
                  <a:effectLst/>
                </p:spPr>
              </p:cxnSp>
            </p:grpSp>
            <p:sp>
              <p:nvSpPr>
                <p:cNvPr id="1787" name="ee4p_icon">
                  <a:extLst>
                    <a:ext uri="{FF2B5EF4-FFF2-40B4-BE49-F238E27FC236}">
                      <a16:creationId xmlns:a16="http://schemas.microsoft.com/office/drawing/2014/main" id="{4617DE8A-FE7D-D1CB-DBEA-512FDB79C20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063790" y="2933155"/>
                  <a:ext cx="1016317" cy="991821"/>
                </a:xfrm>
                <a:custGeom>
                  <a:avLst/>
                  <a:gdLst>
                    <a:gd name="connsiteX0" fmla="*/ 719165 w 1016317"/>
                    <a:gd name="connsiteY0" fmla="*/ 485922 h 991821"/>
                    <a:gd name="connsiteX1" fmla="*/ 719572 w 1016317"/>
                    <a:gd name="connsiteY1" fmla="*/ 506242 h 991821"/>
                    <a:gd name="connsiteX2" fmla="*/ 966799 w 1016317"/>
                    <a:gd name="connsiteY2" fmla="*/ 576515 h 991821"/>
                    <a:gd name="connsiteX3" fmla="*/ 992707 w 1016317"/>
                    <a:gd name="connsiteY3" fmla="*/ 695624 h 991821"/>
                    <a:gd name="connsiteX4" fmla="*/ 798413 w 1016317"/>
                    <a:gd name="connsiteY4" fmla="*/ 955246 h 991821"/>
                    <a:gd name="connsiteX5" fmla="*/ 673310 w 1016317"/>
                    <a:gd name="connsiteY5" fmla="*/ 958429 h 991821"/>
                    <a:gd name="connsiteX6" fmla="*/ 625693 w 1016317"/>
                    <a:gd name="connsiteY6" fmla="*/ 819915 h 991821"/>
                    <a:gd name="connsiteX7" fmla="*/ 565919 w 1016317"/>
                    <a:gd name="connsiteY7" fmla="*/ 646382 h 991821"/>
                    <a:gd name="connsiteX8" fmla="*/ 643406 w 1016317"/>
                    <a:gd name="connsiteY8" fmla="*/ 490534 h 991821"/>
                    <a:gd name="connsiteX9" fmla="*/ 627488 w 1016317"/>
                    <a:gd name="connsiteY9" fmla="*/ 459032 h 991821"/>
                    <a:gd name="connsiteX10" fmla="*/ 748325 w 1016317"/>
                    <a:gd name="connsiteY10" fmla="*/ 321838 h 991821"/>
                    <a:gd name="connsiteX11" fmla="*/ 856224 w 1016317"/>
                    <a:gd name="connsiteY11" fmla="*/ 201205 h 991821"/>
                    <a:gd name="connsiteX12" fmla="*/ 787441 w 1016317"/>
                    <a:gd name="connsiteY12" fmla="*/ 73900 h 991821"/>
                    <a:gd name="connsiteX13" fmla="*/ 447623 w 1016317"/>
                    <a:gd name="connsiteY13" fmla="*/ 20831 h 991821"/>
                    <a:gd name="connsiteX14" fmla="*/ 331832 w 1016317"/>
                    <a:gd name="connsiteY14" fmla="*/ 191417 h 991821"/>
                    <a:gd name="connsiteX15" fmla="*/ 352152 w 1016317"/>
                    <a:gd name="connsiteY15" fmla="*/ 189927 h 991821"/>
                    <a:gd name="connsiteX16" fmla="*/ 454023 w 1016317"/>
                    <a:gd name="connsiteY16" fmla="*/ 40135 h 991821"/>
                    <a:gd name="connsiteX17" fmla="*/ 774436 w 1016317"/>
                    <a:gd name="connsiteY17" fmla="*/ 89445 h 991821"/>
                    <a:gd name="connsiteX18" fmla="*/ 836107 w 1016317"/>
                    <a:gd name="connsiteY18" fmla="*/ 198428 h 991821"/>
                    <a:gd name="connsiteX19" fmla="*/ 736234 w 1016317"/>
                    <a:gd name="connsiteY19" fmla="*/ 305582 h 991821"/>
                    <a:gd name="connsiteX20" fmla="*/ 611165 w 1016317"/>
                    <a:gd name="connsiteY20" fmla="*/ 440032 h 991821"/>
                    <a:gd name="connsiteX21" fmla="*/ 452838 w 1016317"/>
                    <a:gd name="connsiteY21" fmla="*/ 430956 h 991821"/>
                    <a:gd name="connsiteX22" fmla="*/ 374775 w 1016317"/>
                    <a:gd name="connsiteY22" fmla="*/ 284246 h 991821"/>
                    <a:gd name="connsiteX23" fmla="*/ 355810 w 1016317"/>
                    <a:gd name="connsiteY23" fmla="*/ 291425 h 991821"/>
                    <a:gd name="connsiteX24" fmla="*/ 437598 w 1016317"/>
                    <a:gd name="connsiteY24" fmla="*/ 444604 h 991821"/>
                    <a:gd name="connsiteX25" fmla="*/ 412638 w 1016317"/>
                    <a:gd name="connsiteY25" fmla="*/ 482941 h 991821"/>
                    <a:gd name="connsiteX26" fmla="*/ 231960 w 1016317"/>
                    <a:gd name="connsiteY26" fmla="*/ 455543 h 991821"/>
                    <a:gd name="connsiteX27" fmla="*/ 72211 w 1016317"/>
                    <a:gd name="connsiteY27" fmla="*/ 430211 h 991821"/>
                    <a:gd name="connsiteX28" fmla="*/ 2310 w 1016317"/>
                    <a:gd name="connsiteY28" fmla="*/ 556805 h 991821"/>
                    <a:gd name="connsiteX29" fmla="*/ 141603 w 1016317"/>
                    <a:gd name="connsiteY29" fmla="*/ 871290 h 991821"/>
                    <a:gd name="connsiteX30" fmla="*/ 247708 w 1016317"/>
                    <a:gd name="connsiteY30" fmla="*/ 913421 h 991821"/>
                    <a:gd name="connsiteX31" fmla="*/ 353575 w 1016317"/>
                    <a:gd name="connsiteY31" fmla="*/ 871765 h 991821"/>
                    <a:gd name="connsiteX32" fmla="*/ 340875 w 1016317"/>
                    <a:gd name="connsiteY32" fmla="*/ 855915 h 991821"/>
                    <a:gd name="connsiteX33" fmla="*/ 154371 w 1016317"/>
                    <a:gd name="connsiteY33" fmla="*/ 855644 h 991821"/>
                    <a:gd name="connsiteX34" fmla="*/ 22460 w 1016317"/>
                    <a:gd name="connsiteY34" fmla="*/ 559446 h 991821"/>
                    <a:gd name="connsiteX35" fmla="*/ 80677 w 1016317"/>
                    <a:gd name="connsiteY35" fmla="*/ 448634 h 991821"/>
                    <a:gd name="connsiteX36" fmla="*/ 224848 w 1016317"/>
                    <a:gd name="connsiteY36" fmla="*/ 474610 h 991821"/>
                    <a:gd name="connsiteX37" fmla="*/ 405492 w 1016317"/>
                    <a:gd name="connsiteY37" fmla="*/ 507054 h 991821"/>
                    <a:gd name="connsiteX38" fmla="*/ 483623 w 1016317"/>
                    <a:gd name="connsiteY38" fmla="*/ 645095 h 991821"/>
                    <a:gd name="connsiteX39" fmla="*/ 399938 w 1016317"/>
                    <a:gd name="connsiteY39" fmla="*/ 793567 h 991821"/>
                    <a:gd name="connsiteX40" fmla="*/ 416127 w 1016317"/>
                    <a:gd name="connsiteY40" fmla="*/ 805826 h 991821"/>
                    <a:gd name="connsiteX41" fmla="*/ 503367 w 1016317"/>
                    <a:gd name="connsiteY41" fmla="*/ 650615 h 991821"/>
                    <a:gd name="connsiteX42" fmla="*/ 526633 w 1016317"/>
                    <a:gd name="connsiteY42" fmla="*/ 652851 h 991821"/>
                    <a:gd name="connsiteX43" fmla="*/ 541501 w 1016317"/>
                    <a:gd name="connsiteY43" fmla="*/ 651936 h 991821"/>
                    <a:gd name="connsiteX44" fmla="*/ 605848 w 1016317"/>
                    <a:gd name="connsiteY44" fmla="*/ 823031 h 991821"/>
                    <a:gd name="connsiteX45" fmla="*/ 661626 w 1016317"/>
                    <a:gd name="connsiteY45" fmla="*/ 974889 h 991821"/>
                    <a:gd name="connsiteX46" fmla="*/ 723297 w 1016317"/>
                    <a:gd name="connsiteY46" fmla="*/ 991822 h 991821"/>
                    <a:gd name="connsiteX47" fmla="*/ 806237 w 1016317"/>
                    <a:gd name="connsiteY47" fmla="*/ 974076 h 991821"/>
                    <a:gd name="connsiteX48" fmla="*/ 1012823 w 1016317"/>
                    <a:gd name="connsiteY48" fmla="*/ 699045 h 991821"/>
                    <a:gd name="connsiteX49" fmla="*/ 982343 w 1016317"/>
                    <a:gd name="connsiteY49" fmla="*/ 563205 h 991821"/>
                    <a:gd name="connsiteX50" fmla="*/ 719165 w 1016317"/>
                    <a:gd name="connsiteY50" fmla="*/ 485922 h 991821"/>
                    <a:gd name="connsiteX51" fmla="*/ 423713 w 1016317"/>
                    <a:gd name="connsiteY51" fmla="*/ 529711 h 991821"/>
                    <a:gd name="connsiteX52" fmla="*/ 526633 w 1016317"/>
                    <a:gd name="connsiteY52" fmla="*/ 426723 h 991821"/>
                    <a:gd name="connsiteX53" fmla="*/ 629622 w 1016317"/>
                    <a:gd name="connsiteY53" fmla="*/ 529644 h 991821"/>
                    <a:gd name="connsiteX54" fmla="*/ 526701 w 1016317"/>
                    <a:gd name="connsiteY54" fmla="*/ 632632 h 991821"/>
                    <a:gd name="connsiteX55" fmla="*/ 526633 w 1016317"/>
                    <a:gd name="connsiteY55" fmla="*/ 632632 h 991821"/>
                    <a:gd name="connsiteX56" fmla="*/ 423713 w 1016317"/>
                    <a:gd name="connsiteY56" fmla="*/ 529711 h 9918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</a:cxnLst>
                  <a:rect l="l" t="t" r="r" b="b"/>
                  <a:pathLst>
                    <a:path w="1016317" h="991821">
                      <a:moveTo>
                        <a:pt x="719165" y="485922"/>
                      </a:moveTo>
                      <a:lnTo>
                        <a:pt x="719572" y="506242"/>
                      </a:lnTo>
                      <a:cubicBezTo>
                        <a:pt x="788321" y="504921"/>
                        <a:pt x="911765" y="512270"/>
                        <a:pt x="966799" y="576515"/>
                      </a:cubicBezTo>
                      <a:cubicBezTo>
                        <a:pt x="992503" y="606453"/>
                        <a:pt x="1001207" y="646551"/>
                        <a:pt x="992707" y="695624"/>
                      </a:cubicBezTo>
                      <a:cubicBezTo>
                        <a:pt x="961414" y="875964"/>
                        <a:pt x="836107" y="939938"/>
                        <a:pt x="798413" y="955246"/>
                      </a:cubicBezTo>
                      <a:cubicBezTo>
                        <a:pt x="748054" y="975735"/>
                        <a:pt x="698913" y="976988"/>
                        <a:pt x="673310" y="958429"/>
                      </a:cubicBezTo>
                      <a:cubicBezTo>
                        <a:pt x="643846" y="937127"/>
                        <a:pt x="635041" y="880197"/>
                        <a:pt x="625693" y="819915"/>
                      </a:cubicBezTo>
                      <a:cubicBezTo>
                        <a:pt x="615533" y="753739"/>
                        <a:pt x="604832" y="685600"/>
                        <a:pt x="565919" y="646382"/>
                      </a:cubicBezTo>
                      <a:cubicBezTo>
                        <a:pt x="630354" y="624745"/>
                        <a:pt x="665047" y="554966"/>
                        <a:pt x="643406" y="490534"/>
                      </a:cubicBezTo>
                      <a:cubicBezTo>
                        <a:pt x="639643" y="479321"/>
                        <a:pt x="634279" y="468714"/>
                        <a:pt x="627488" y="459032"/>
                      </a:cubicBezTo>
                      <a:cubicBezTo>
                        <a:pt x="635345" y="406606"/>
                        <a:pt x="692749" y="363528"/>
                        <a:pt x="748325" y="321838"/>
                      </a:cubicBezTo>
                      <a:cubicBezTo>
                        <a:pt x="800716" y="282654"/>
                        <a:pt x="850263" y="245604"/>
                        <a:pt x="856224" y="201205"/>
                      </a:cubicBezTo>
                      <a:cubicBezTo>
                        <a:pt x="861575" y="162529"/>
                        <a:pt x="835193" y="113727"/>
                        <a:pt x="787441" y="73900"/>
                      </a:cubicBezTo>
                      <a:cubicBezTo>
                        <a:pt x="698676" y="-133"/>
                        <a:pt x="571642" y="-19945"/>
                        <a:pt x="447623" y="20831"/>
                      </a:cubicBezTo>
                      <a:cubicBezTo>
                        <a:pt x="365564" y="47924"/>
                        <a:pt x="325533" y="106818"/>
                        <a:pt x="331832" y="191417"/>
                      </a:cubicBezTo>
                      <a:lnTo>
                        <a:pt x="352152" y="189927"/>
                      </a:lnTo>
                      <a:cubicBezTo>
                        <a:pt x="346463" y="113558"/>
                        <a:pt x="379788" y="64620"/>
                        <a:pt x="454023" y="40135"/>
                      </a:cubicBezTo>
                      <a:cubicBezTo>
                        <a:pt x="627827" y="-17032"/>
                        <a:pt x="743211" y="63469"/>
                        <a:pt x="774436" y="89445"/>
                      </a:cubicBezTo>
                      <a:cubicBezTo>
                        <a:pt x="816397" y="124361"/>
                        <a:pt x="840408" y="167101"/>
                        <a:pt x="836107" y="198428"/>
                      </a:cubicBezTo>
                      <a:cubicBezTo>
                        <a:pt x="831129" y="234428"/>
                        <a:pt x="785036" y="268938"/>
                        <a:pt x="736234" y="305582"/>
                      </a:cubicBezTo>
                      <a:cubicBezTo>
                        <a:pt x="682657" y="345781"/>
                        <a:pt x="627455" y="387200"/>
                        <a:pt x="611165" y="440032"/>
                      </a:cubicBezTo>
                      <a:cubicBezTo>
                        <a:pt x="567643" y="398847"/>
                        <a:pt x="500780" y="395017"/>
                        <a:pt x="452838" y="430956"/>
                      </a:cubicBezTo>
                      <a:cubicBezTo>
                        <a:pt x="438038" y="409417"/>
                        <a:pt x="399735" y="350523"/>
                        <a:pt x="374775" y="284246"/>
                      </a:cubicBezTo>
                      <a:lnTo>
                        <a:pt x="355810" y="291425"/>
                      </a:lnTo>
                      <a:cubicBezTo>
                        <a:pt x="382700" y="362782"/>
                        <a:pt x="423340" y="424183"/>
                        <a:pt x="437598" y="444604"/>
                      </a:cubicBezTo>
                      <a:cubicBezTo>
                        <a:pt x="426971" y="455723"/>
                        <a:pt x="418504" y="468724"/>
                        <a:pt x="412638" y="482941"/>
                      </a:cubicBezTo>
                      <a:cubicBezTo>
                        <a:pt x="364311" y="504650"/>
                        <a:pt x="297085" y="479724"/>
                        <a:pt x="231960" y="455543"/>
                      </a:cubicBezTo>
                      <a:cubicBezTo>
                        <a:pt x="170695" y="432785"/>
                        <a:pt x="112851" y="411313"/>
                        <a:pt x="72211" y="430211"/>
                      </a:cubicBezTo>
                      <a:cubicBezTo>
                        <a:pt x="36684" y="446670"/>
                        <a:pt x="9930" y="495201"/>
                        <a:pt x="2310" y="556805"/>
                      </a:cubicBezTo>
                      <a:cubicBezTo>
                        <a:pt x="-11914" y="671511"/>
                        <a:pt x="40173" y="789062"/>
                        <a:pt x="141603" y="871290"/>
                      </a:cubicBezTo>
                      <a:cubicBezTo>
                        <a:pt x="176249" y="899366"/>
                        <a:pt x="211944" y="913421"/>
                        <a:pt x="247708" y="913421"/>
                      </a:cubicBezTo>
                      <a:cubicBezTo>
                        <a:pt x="283471" y="913421"/>
                        <a:pt x="318828" y="899535"/>
                        <a:pt x="353575" y="871765"/>
                      </a:cubicBezTo>
                      <a:lnTo>
                        <a:pt x="340875" y="855915"/>
                      </a:lnTo>
                      <a:cubicBezTo>
                        <a:pt x="278763" y="905631"/>
                        <a:pt x="216042" y="905631"/>
                        <a:pt x="154371" y="855644"/>
                      </a:cubicBezTo>
                      <a:cubicBezTo>
                        <a:pt x="12131" y="740497"/>
                        <a:pt x="17482" y="599781"/>
                        <a:pt x="22460" y="559446"/>
                      </a:cubicBezTo>
                      <a:cubicBezTo>
                        <a:pt x="29234" y="505429"/>
                        <a:pt x="51992" y="461944"/>
                        <a:pt x="80677" y="448634"/>
                      </a:cubicBezTo>
                      <a:cubicBezTo>
                        <a:pt x="113629" y="433327"/>
                        <a:pt x="167647" y="453376"/>
                        <a:pt x="224848" y="474610"/>
                      </a:cubicBezTo>
                      <a:cubicBezTo>
                        <a:pt x="287603" y="497910"/>
                        <a:pt x="352254" y="522024"/>
                        <a:pt x="405492" y="507054"/>
                      </a:cubicBezTo>
                      <a:cubicBezTo>
                        <a:pt x="394472" y="565952"/>
                        <a:pt x="427455" y="624226"/>
                        <a:pt x="483623" y="645095"/>
                      </a:cubicBezTo>
                      <a:cubicBezTo>
                        <a:pt x="473293" y="669716"/>
                        <a:pt x="443559" y="735892"/>
                        <a:pt x="399938" y="793567"/>
                      </a:cubicBezTo>
                      <a:lnTo>
                        <a:pt x="416127" y="805826"/>
                      </a:lnTo>
                      <a:cubicBezTo>
                        <a:pt x="463066" y="743749"/>
                        <a:pt x="493681" y="674187"/>
                        <a:pt x="503367" y="650615"/>
                      </a:cubicBezTo>
                      <a:cubicBezTo>
                        <a:pt x="511034" y="652099"/>
                        <a:pt x="518824" y="652847"/>
                        <a:pt x="526633" y="652851"/>
                      </a:cubicBezTo>
                      <a:cubicBezTo>
                        <a:pt x="531602" y="652837"/>
                        <a:pt x="536567" y="652532"/>
                        <a:pt x="541501" y="651936"/>
                      </a:cubicBezTo>
                      <a:cubicBezTo>
                        <a:pt x="584037" y="683534"/>
                        <a:pt x="595078" y="754417"/>
                        <a:pt x="605848" y="823031"/>
                      </a:cubicBezTo>
                      <a:cubicBezTo>
                        <a:pt x="616008" y="887614"/>
                        <a:pt x="625321" y="948608"/>
                        <a:pt x="661626" y="974889"/>
                      </a:cubicBezTo>
                      <a:cubicBezTo>
                        <a:pt x="677239" y="986200"/>
                        <a:pt x="698676" y="991822"/>
                        <a:pt x="723297" y="991822"/>
                      </a:cubicBezTo>
                      <a:cubicBezTo>
                        <a:pt x="751820" y="991236"/>
                        <a:pt x="779970" y="985211"/>
                        <a:pt x="806237" y="974076"/>
                      </a:cubicBezTo>
                      <a:cubicBezTo>
                        <a:pt x="913255" y="930523"/>
                        <a:pt x="990505" y="827738"/>
                        <a:pt x="1012823" y="699045"/>
                      </a:cubicBezTo>
                      <a:cubicBezTo>
                        <a:pt x="1022441" y="643673"/>
                        <a:pt x="1012180" y="597987"/>
                        <a:pt x="982343" y="563205"/>
                      </a:cubicBezTo>
                      <a:cubicBezTo>
                        <a:pt x="924770" y="496251"/>
                        <a:pt x="807456" y="484161"/>
                        <a:pt x="719165" y="485922"/>
                      </a:cubicBezTo>
                      <a:close/>
                      <a:moveTo>
                        <a:pt x="423713" y="529711"/>
                      </a:moveTo>
                      <a:cubicBezTo>
                        <a:pt x="423692" y="472853"/>
                        <a:pt x="469775" y="426743"/>
                        <a:pt x="526633" y="426723"/>
                      </a:cubicBezTo>
                      <a:cubicBezTo>
                        <a:pt x="583492" y="426702"/>
                        <a:pt x="629602" y="472785"/>
                        <a:pt x="629622" y="529644"/>
                      </a:cubicBezTo>
                      <a:cubicBezTo>
                        <a:pt x="629642" y="586502"/>
                        <a:pt x="583560" y="632612"/>
                        <a:pt x="526701" y="632632"/>
                      </a:cubicBezTo>
                      <a:cubicBezTo>
                        <a:pt x="526678" y="632632"/>
                        <a:pt x="526657" y="632632"/>
                        <a:pt x="526633" y="632632"/>
                      </a:cubicBezTo>
                      <a:cubicBezTo>
                        <a:pt x="469815" y="632575"/>
                        <a:pt x="423770" y="586529"/>
                        <a:pt x="423713" y="529711"/>
                      </a:cubicBezTo>
                      <a:close/>
                    </a:path>
                  </a:pathLst>
                </a:custGeom>
                <a:grpFill/>
                <a:ln w="33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792" name="Ellipse 1791">
                <a:extLst>
                  <a:ext uri="{FF2B5EF4-FFF2-40B4-BE49-F238E27FC236}">
                    <a16:creationId xmlns:a16="http://schemas.microsoft.com/office/drawing/2014/main" id="{172550DD-88CE-54BD-9012-AA72BAFE3C43}"/>
                  </a:ext>
                </a:extLst>
              </p:cNvPr>
              <p:cNvSpPr/>
              <p:nvPr/>
            </p:nvSpPr>
            <p:spPr>
              <a:xfrm>
                <a:off x="7040881" y="2219246"/>
                <a:ext cx="307648" cy="290557"/>
              </a:xfrm>
              <a:prstGeom prst="ellips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cxnSp>
            <p:nvCxnSpPr>
              <p:cNvPr id="1793" name="Gerader Verbinder 1792">
                <a:extLst>
                  <a:ext uri="{FF2B5EF4-FFF2-40B4-BE49-F238E27FC236}">
                    <a16:creationId xmlns:a16="http://schemas.microsoft.com/office/drawing/2014/main" id="{206AA24A-112B-7B6E-6546-1EFAFE89D4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98603" y="2180791"/>
                <a:ext cx="0" cy="367469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94" name="Gerader Verbinder 1793">
                <a:extLst>
                  <a:ext uri="{FF2B5EF4-FFF2-40B4-BE49-F238E27FC236}">
                    <a16:creationId xmlns:a16="http://schemas.microsoft.com/office/drawing/2014/main" id="{BD317043-30D8-F66D-6697-BBA5703EB1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44537" y="2219246"/>
                <a:ext cx="90889" cy="0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95" name="Gerader Verbinder 1794">
                <a:extLst>
                  <a:ext uri="{FF2B5EF4-FFF2-40B4-BE49-F238E27FC236}">
                    <a16:creationId xmlns:a16="http://schemas.microsoft.com/office/drawing/2014/main" id="{83C24C2F-BB51-F330-8BE6-69550CE54F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44536" y="2263959"/>
                <a:ext cx="90889" cy="0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96" name="Gerader Verbinder 1795">
                <a:extLst>
                  <a:ext uri="{FF2B5EF4-FFF2-40B4-BE49-F238E27FC236}">
                    <a16:creationId xmlns:a16="http://schemas.microsoft.com/office/drawing/2014/main" id="{60AF9AC9-0C74-85A3-84F8-A8DB2FA229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44536" y="2242016"/>
                <a:ext cx="90889" cy="0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797" name="Textfeld 1796">
                <a:extLst>
                  <a:ext uri="{FF2B5EF4-FFF2-40B4-BE49-F238E27FC236}">
                    <a16:creationId xmlns:a16="http://schemas.microsoft.com/office/drawing/2014/main" id="{0A4839F0-A476-6B14-A5A6-ED89970B20EE}"/>
                  </a:ext>
                </a:extLst>
              </p:cNvPr>
              <p:cNvSpPr txBox="1"/>
              <p:nvPr/>
            </p:nvSpPr>
            <p:spPr>
              <a:xfrm>
                <a:off x="6365635" y="2067695"/>
                <a:ext cx="859676" cy="369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HP</a:t>
                </a:r>
              </a:p>
            </p:txBody>
          </p:sp>
          <p:grpSp>
            <p:nvGrpSpPr>
              <p:cNvPr id="1798" name="Gruppieren 1797">
                <a:extLst>
                  <a:ext uri="{FF2B5EF4-FFF2-40B4-BE49-F238E27FC236}">
                    <a16:creationId xmlns:a16="http://schemas.microsoft.com/office/drawing/2014/main" id="{4BD6B384-537D-51F0-8871-29B5D42796A5}"/>
                  </a:ext>
                </a:extLst>
              </p:cNvPr>
              <p:cNvGrpSpPr/>
              <p:nvPr/>
            </p:nvGrpSpPr>
            <p:grpSpPr>
              <a:xfrm>
                <a:off x="7489980" y="-757151"/>
                <a:ext cx="357723" cy="566574"/>
                <a:chOff x="2971800" y="1416050"/>
                <a:chExt cx="357723" cy="566574"/>
              </a:xfrm>
            </p:grpSpPr>
            <p:sp>
              <p:nvSpPr>
                <p:cNvPr id="1799" name="Flussdiagramm: Magnetplattenspeicher 1798">
                  <a:extLst>
                    <a:ext uri="{FF2B5EF4-FFF2-40B4-BE49-F238E27FC236}">
                      <a16:creationId xmlns:a16="http://schemas.microsoft.com/office/drawing/2014/main" id="{627991C5-9E45-5D15-F151-8AE66875389B}"/>
                    </a:ext>
                  </a:extLst>
                </p:cNvPr>
                <p:cNvSpPr/>
                <p:nvPr/>
              </p:nvSpPr>
              <p:spPr>
                <a:xfrm>
                  <a:off x="2971800" y="1672655"/>
                  <a:ext cx="357723" cy="309969"/>
                </a:xfrm>
                <a:prstGeom prst="flowChartMagneticDisk">
                  <a:avLst/>
                </a:prstGeom>
                <a:gradFill>
                  <a:gsLst>
                    <a:gs pos="30000">
                      <a:srgbClr val="FFFFFF"/>
                    </a:gs>
                    <a:gs pos="100000">
                      <a:srgbClr val="00779A"/>
                    </a:gs>
                  </a:gsLst>
                  <a:lin ang="5400000" scaled="1"/>
                </a:gradFill>
                <a:ln w="952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08000" tIns="108000" rIns="108000" bIns="108000" rtlCol="0" anchor="ctr"/>
                <a:lstStyle/>
                <a:p>
                  <a:pPr marL="180000" marR="0" lvl="0" indent="-180000" defTabSz="914400" eaLnBrk="1" fontAlgn="auto" latinLnBrk="0" hangingPunct="1">
                    <a:lnSpc>
                      <a:spcPts val="196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179C7D"/>
                    </a:buClr>
                    <a:buSzTx/>
                    <a:buFont typeface="Wingdings" panose="05000000000000000000" pitchFamily="2" charset="2"/>
                    <a:buChar char="§"/>
                    <a:tabLst/>
                    <a:defRPr/>
                  </a:pPr>
                  <a:endParaRPr kumimoji="0" 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00" name="Flussdiagramm: Magnetplattenspeicher 1799">
                  <a:extLst>
                    <a:ext uri="{FF2B5EF4-FFF2-40B4-BE49-F238E27FC236}">
                      <a16:creationId xmlns:a16="http://schemas.microsoft.com/office/drawing/2014/main" id="{69364F8D-BB23-7384-5BBA-D76D655F02DF}"/>
                    </a:ext>
                  </a:extLst>
                </p:cNvPr>
                <p:cNvSpPr/>
                <p:nvPr/>
              </p:nvSpPr>
              <p:spPr>
                <a:xfrm>
                  <a:off x="2971800" y="1416050"/>
                  <a:ext cx="357723" cy="309969"/>
                </a:xfrm>
                <a:prstGeom prst="flowChartMagneticDisk">
                  <a:avLst/>
                </a:prstGeom>
                <a:gradFill>
                  <a:gsLst>
                    <a:gs pos="13000">
                      <a:srgbClr val="C00000"/>
                    </a:gs>
                    <a:gs pos="100000">
                      <a:srgbClr val="FFFFFF"/>
                    </a:gs>
                  </a:gsLst>
                  <a:lin ang="5400000" scaled="1"/>
                </a:gradFill>
                <a:ln w="952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108000" tIns="108000" rIns="108000" bIns="108000" rtlCol="0" anchor="ctr"/>
                <a:lstStyle/>
                <a:p>
                  <a:pPr marL="180000" marR="0" lvl="0" indent="-180000" defTabSz="914400" eaLnBrk="1" fontAlgn="auto" latinLnBrk="0" hangingPunct="1">
                    <a:lnSpc>
                      <a:spcPts val="196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179C7D"/>
                    </a:buClr>
                    <a:buSzTx/>
                    <a:buFont typeface="Wingdings" panose="05000000000000000000" pitchFamily="2" charset="2"/>
                    <a:buChar char="§"/>
                    <a:tabLst/>
                    <a:defRPr/>
                  </a:pPr>
                  <a:endParaRPr kumimoji="0" 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01" name="Ellipse 1800">
                  <a:extLst>
                    <a:ext uri="{FF2B5EF4-FFF2-40B4-BE49-F238E27FC236}">
                      <a16:creationId xmlns:a16="http://schemas.microsoft.com/office/drawing/2014/main" id="{53202381-4AB1-978C-7DD0-2CF8E71D5FBA}"/>
                    </a:ext>
                  </a:extLst>
                </p:cNvPr>
                <p:cNvSpPr/>
                <p:nvPr/>
              </p:nvSpPr>
              <p:spPr>
                <a:xfrm>
                  <a:off x="2971800" y="1416050"/>
                  <a:ext cx="357723" cy="95250"/>
                </a:xfrm>
                <a:prstGeom prst="ellipse">
                  <a:avLst/>
                </a:prstGeom>
                <a:noFill/>
                <a:ln w="952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lIns="108000" tIns="108000" rIns="108000" bIns="108000" rtlCol="0" anchor="ctr"/>
                <a:lstStyle/>
                <a:p>
                  <a:pPr marL="180000" marR="0" lvl="0" indent="-180000" defTabSz="914400" eaLnBrk="1" fontAlgn="auto" latinLnBrk="0" hangingPunct="1">
                    <a:lnSpc>
                      <a:spcPts val="196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179C7D"/>
                    </a:buClr>
                    <a:buSzTx/>
                    <a:buFont typeface="Wingdings" panose="05000000000000000000" pitchFamily="2" charset="2"/>
                    <a:buChar char="§"/>
                    <a:tabLst/>
                    <a:defRPr/>
                  </a:pPr>
                  <a:endParaRPr kumimoji="0" 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02" name="Ellipse 1801">
                  <a:extLst>
                    <a:ext uri="{FF2B5EF4-FFF2-40B4-BE49-F238E27FC236}">
                      <a16:creationId xmlns:a16="http://schemas.microsoft.com/office/drawing/2014/main" id="{D1BAF33D-A14A-AACC-DD9B-E9EB5ADB177C}"/>
                    </a:ext>
                  </a:extLst>
                </p:cNvPr>
                <p:cNvSpPr/>
                <p:nvPr/>
              </p:nvSpPr>
              <p:spPr>
                <a:xfrm>
                  <a:off x="2971800" y="1878853"/>
                  <a:ext cx="357723" cy="95250"/>
                </a:xfrm>
                <a:prstGeom prst="ellipse">
                  <a:avLst/>
                </a:prstGeom>
                <a:noFill/>
                <a:ln w="952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lIns="108000" tIns="108000" rIns="108000" bIns="108000" rtlCol="0" anchor="ctr"/>
                <a:lstStyle/>
                <a:p>
                  <a:pPr marL="180000" marR="0" lvl="0" indent="-180000" defTabSz="914400" eaLnBrk="1" fontAlgn="auto" latinLnBrk="0" hangingPunct="1">
                    <a:lnSpc>
                      <a:spcPts val="196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179C7D"/>
                    </a:buClr>
                    <a:buSzTx/>
                    <a:buFont typeface="Wingdings" panose="05000000000000000000" pitchFamily="2" charset="2"/>
                    <a:buChar char="§"/>
                    <a:tabLst/>
                    <a:defRPr/>
                  </a:pPr>
                  <a:endParaRPr kumimoji="0" 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1803" name="Gerader Verbinder 1802">
                  <a:extLst>
                    <a:ext uri="{FF2B5EF4-FFF2-40B4-BE49-F238E27FC236}">
                      <a16:creationId xmlns:a16="http://schemas.microsoft.com/office/drawing/2014/main" id="{11691EF4-4570-F6BF-883A-783579B37C4C}"/>
                    </a:ext>
                  </a:extLst>
                </p:cNvPr>
                <p:cNvCxnSpPr>
                  <a:stCxn id="1802" idx="2"/>
                  <a:endCxn id="1801" idx="2"/>
                </p:cNvCxnSpPr>
                <p:nvPr/>
              </p:nvCxnSpPr>
              <p:spPr>
                <a:xfrm flipV="1">
                  <a:off x="2971800" y="1463675"/>
                  <a:ext cx="0" cy="462803"/>
                </a:xfrm>
                <a:prstGeom prst="line">
                  <a:avLst/>
                </a:prstGeom>
                <a:noFill/>
                <a:ln w="9525" cap="flat" cmpd="sng" algn="ctr">
                  <a:solidFill>
                    <a:sysClr val="windowText" lastClr="0000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804" name="Gerader Verbinder 1803">
                  <a:extLst>
                    <a:ext uri="{FF2B5EF4-FFF2-40B4-BE49-F238E27FC236}">
                      <a16:creationId xmlns:a16="http://schemas.microsoft.com/office/drawing/2014/main" id="{091E7993-C93F-0026-D805-7F83E1F9168C}"/>
                    </a:ext>
                  </a:extLst>
                </p:cNvPr>
                <p:cNvCxnSpPr>
                  <a:cxnSpLocks/>
                  <a:stCxn id="1802" idx="6"/>
                  <a:endCxn id="1801" idx="6"/>
                </p:cNvCxnSpPr>
                <p:nvPr/>
              </p:nvCxnSpPr>
              <p:spPr>
                <a:xfrm flipV="1">
                  <a:off x="3329523" y="1463675"/>
                  <a:ext cx="0" cy="462803"/>
                </a:xfrm>
                <a:prstGeom prst="line">
                  <a:avLst/>
                </a:prstGeom>
                <a:noFill/>
                <a:ln w="9525" cap="flat" cmpd="sng" algn="ctr">
                  <a:solidFill>
                    <a:sysClr val="windowText" lastClr="0000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805" name="Gerader Verbinder 1804">
                  <a:extLst>
                    <a:ext uri="{FF2B5EF4-FFF2-40B4-BE49-F238E27FC236}">
                      <a16:creationId xmlns:a16="http://schemas.microsoft.com/office/drawing/2014/main" id="{9096695C-6C79-7346-58C3-1C5192E58D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15770" y="1481364"/>
                  <a:ext cx="0" cy="462803"/>
                </a:xfrm>
                <a:prstGeom prst="line">
                  <a:avLst/>
                </a:prstGeom>
                <a:noFill/>
                <a:ln w="9525" cap="flat" cmpd="sng" algn="ctr">
                  <a:solidFill>
                    <a:sysClr val="windowText" lastClr="000000"/>
                  </a:solidFill>
                  <a:prstDash val="sysDash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806" name="Rechteck: abgerundete Ecken 1805">
                <a:extLst>
                  <a:ext uri="{FF2B5EF4-FFF2-40B4-BE49-F238E27FC236}">
                    <a16:creationId xmlns:a16="http://schemas.microsoft.com/office/drawing/2014/main" id="{94963A1D-DAC6-966B-8D84-9BEADD71067C}"/>
                  </a:ext>
                </a:extLst>
              </p:cNvPr>
              <p:cNvSpPr/>
              <p:nvPr/>
            </p:nvSpPr>
            <p:spPr>
              <a:xfrm>
                <a:off x="6014855" y="-1046600"/>
                <a:ext cx="589660" cy="367469"/>
              </a:xfrm>
              <a:prstGeom prst="round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1807" name="ee4p_icon_group">
                <a:extLst>
                  <a:ext uri="{FF2B5EF4-FFF2-40B4-BE49-F238E27FC236}">
                    <a16:creationId xmlns:a16="http://schemas.microsoft.com/office/drawing/2014/main" id="{C4D6765F-4055-8CF2-8C3F-ECD4AE20235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088532" y="-1102163"/>
                <a:ext cx="469068" cy="469067"/>
                <a:chOff x="4032000" y="2889085"/>
                <a:chExt cx="1080000" cy="1079999"/>
              </a:xfrm>
            </p:grpSpPr>
            <p:grpSp>
              <p:nvGrpSpPr>
                <p:cNvPr id="1808" name="ee4p_icon_frame">
                  <a:extLst>
                    <a:ext uri="{FF2B5EF4-FFF2-40B4-BE49-F238E27FC236}">
                      <a16:creationId xmlns:a16="http://schemas.microsoft.com/office/drawing/2014/main" id="{3FEC0D2E-D37C-AD00-86EA-E55A11AF75A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4032000" y="2889085"/>
                  <a:ext cx="1080000" cy="1079999"/>
                  <a:chOff x="4737100" y="1701800"/>
                  <a:chExt cx="1098550" cy="1098550"/>
                </a:xfrm>
                <a:solidFill>
                  <a:srgbClr val="A6BBC8"/>
                </a:solidFill>
              </p:grpSpPr>
              <p:cxnSp>
                <p:nvCxnSpPr>
                  <p:cNvPr id="1810" name="ee4p_icon_frame_top">
                    <a:extLst>
                      <a:ext uri="{FF2B5EF4-FFF2-40B4-BE49-F238E27FC236}">
                        <a16:creationId xmlns:a16="http://schemas.microsoft.com/office/drawing/2014/main" id="{5D05D077-155F-7977-9F77-11E9F6F27B9D}"/>
                      </a:ext>
                    </a:extLst>
                  </p:cNvPr>
                  <p:cNvCxnSpPr/>
                  <p:nvPr/>
                </p:nvCxnSpPr>
                <p:spPr>
                  <a:xfrm>
                    <a:off x="4737100" y="1701800"/>
                    <a:ext cx="1098550" cy="0"/>
                  </a:xfrm>
                  <a:prstGeom prst="line">
                    <a:avLst/>
                  </a:prstGeom>
                  <a:grpFill/>
                  <a:ln w="0" cap="sq" cmpd="sng" algn="ctr">
                    <a:noFill/>
                    <a:prstDash val="solid"/>
                    <a:round/>
                  </a:ln>
                  <a:effectLst/>
                </p:spPr>
              </p:cxnSp>
              <p:cxnSp>
                <p:nvCxnSpPr>
                  <p:cNvPr id="1811" name="ee4p_icon_frame_bottom">
                    <a:extLst>
                      <a:ext uri="{FF2B5EF4-FFF2-40B4-BE49-F238E27FC236}">
                        <a16:creationId xmlns:a16="http://schemas.microsoft.com/office/drawing/2014/main" id="{EF720CD4-F55D-9313-00B0-F67E38F5091B}"/>
                      </a:ext>
                    </a:extLst>
                  </p:cNvPr>
                  <p:cNvCxnSpPr/>
                  <p:nvPr/>
                </p:nvCxnSpPr>
                <p:spPr>
                  <a:xfrm>
                    <a:off x="4737100" y="2800350"/>
                    <a:ext cx="1098550" cy="0"/>
                  </a:xfrm>
                  <a:prstGeom prst="line">
                    <a:avLst/>
                  </a:prstGeom>
                  <a:grpFill/>
                  <a:ln w="0" cap="sq" cmpd="sng" algn="ctr">
                    <a:noFill/>
                    <a:prstDash val="solid"/>
                    <a:round/>
                  </a:ln>
                  <a:effectLst/>
                </p:spPr>
              </p:cxnSp>
              <p:cxnSp>
                <p:nvCxnSpPr>
                  <p:cNvPr id="1812" name="ee4p_icon_frame_left">
                    <a:extLst>
                      <a:ext uri="{FF2B5EF4-FFF2-40B4-BE49-F238E27FC236}">
                        <a16:creationId xmlns:a16="http://schemas.microsoft.com/office/drawing/2014/main" id="{4ACA728D-2A13-A353-615F-248CF4E09D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187825" y="2251075"/>
                    <a:ext cx="1098550" cy="0"/>
                  </a:xfrm>
                  <a:prstGeom prst="line">
                    <a:avLst/>
                  </a:prstGeom>
                  <a:grpFill/>
                  <a:ln w="0" cap="sq" cmpd="sng" algn="ctr">
                    <a:noFill/>
                    <a:prstDash val="solid"/>
                    <a:round/>
                  </a:ln>
                  <a:effectLst/>
                </p:spPr>
              </p:cxnSp>
              <p:cxnSp>
                <p:nvCxnSpPr>
                  <p:cNvPr id="1813" name="ee4p_icon_frame_right">
                    <a:extLst>
                      <a:ext uri="{FF2B5EF4-FFF2-40B4-BE49-F238E27FC236}">
                        <a16:creationId xmlns:a16="http://schemas.microsoft.com/office/drawing/2014/main" id="{DADF21DF-C604-5E06-EF12-A1EF2ACD63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5286375" y="2251075"/>
                    <a:ext cx="1098550" cy="0"/>
                  </a:xfrm>
                  <a:prstGeom prst="line">
                    <a:avLst/>
                  </a:prstGeom>
                  <a:grpFill/>
                  <a:ln w="0" cap="sq" cmpd="sng" algn="ctr">
                    <a:noFill/>
                    <a:prstDash val="solid"/>
                    <a:round/>
                  </a:ln>
                  <a:effectLst/>
                </p:spPr>
              </p:cxnSp>
            </p:grpSp>
            <p:sp>
              <p:nvSpPr>
                <p:cNvPr id="1809" name="ee4p_icon">
                  <a:extLst>
                    <a:ext uri="{FF2B5EF4-FFF2-40B4-BE49-F238E27FC236}">
                      <a16:creationId xmlns:a16="http://schemas.microsoft.com/office/drawing/2014/main" id="{87029E6B-EBD0-571D-E0B7-37B6748744B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064203" y="3104455"/>
                  <a:ext cx="1015593" cy="649257"/>
                </a:xfrm>
                <a:custGeom>
                  <a:avLst/>
                  <a:gdLst>
                    <a:gd name="connsiteX0" fmla="*/ 426754 w 1015593"/>
                    <a:gd name="connsiteY0" fmla="*/ 20320 h 649257"/>
                    <a:gd name="connsiteX1" fmla="*/ 270493 w 1015593"/>
                    <a:gd name="connsiteY1" fmla="*/ 20320 h 649257"/>
                    <a:gd name="connsiteX2" fmla="*/ 270493 w 1015593"/>
                    <a:gd name="connsiteY2" fmla="*/ 0 h 649257"/>
                    <a:gd name="connsiteX3" fmla="*/ 603301 w 1015593"/>
                    <a:gd name="connsiteY3" fmla="*/ 0 h 649257"/>
                    <a:gd name="connsiteX4" fmla="*/ 603301 w 1015593"/>
                    <a:gd name="connsiteY4" fmla="*/ 20320 h 649257"/>
                    <a:gd name="connsiteX5" fmla="*/ 447074 w 1015593"/>
                    <a:gd name="connsiteY5" fmla="*/ 20320 h 649257"/>
                    <a:gd name="connsiteX6" fmla="*/ 447074 w 1015593"/>
                    <a:gd name="connsiteY6" fmla="*/ 129608 h 649257"/>
                    <a:gd name="connsiteX7" fmla="*/ 504410 w 1015593"/>
                    <a:gd name="connsiteY7" fmla="*/ 129608 h 649257"/>
                    <a:gd name="connsiteX8" fmla="*/ 504410 w 1015593"/>
                    <a:gd name="connsiteY8" fmla="*/ 149928 h 649257"/>
                    <a:gd name="connsiteX9" fmla="*/ 369350 w 1015593"/>
                    <a:gd name="connsiteY9" fmla="*/ 149928 h 649257"/>
                    <a:gd name="connsiteX10" fmla="*/ 369350 w 1015593"/>
                    <a:gd name="connsiteY10" fmla="*/ 129608 h 649257"/>
                    <a:gd name="connsiteX11" fmla="*/ 426754 w 1015593"/>
                    <a:gd name="connsiteY11" fmla="*/ 129608 h 649257"/>
                    <a:gd name="connsiteX12" fmla="*/ 1005434 w 1015593"/>
                    <a:gd name="connsiteY12" fmla="*/ 200592 h 649257"/>
                    <a:gd name="connsiteX13" fmla="*/ 920970 w 1015593"/>
                    <a:gd name="connsiteY13" fmla="*/ 200592 h 649257"/>
                    <a:gd name="connsiteX14" fmla="*/ 911725 w 1015593"/>
                    <a:gd name="connsiteY14" fmla="*/ 206519 h 649257"/>
                    <a:gd name="connsiteX15" fmla="*/ 864311 w 1015593"/>
                    <a:gd name="connsiteY15" fmla="*/ 310049 h 649257"/>
                    <a:gd name="connsiteX16" fmla="*/ 775919 w 1015593"/>
                    <a:gd name="connsiteY16" fmla="*/ 310049 h 649257"/>
                    <a:gd name="connsiteX17" fmla="*/ 775919 w 1015593"/>
                    <a:gd name="connsiteY17" fmla="*/ 188299 h 649257"/>
                    <a:gd name="connsiteX18" fmla="*/ 765759 w 1015593"/>
                    <a:gd name="connsiteY18" fmla="*/ 178139 h 649257"/>
                    <a:gd name="connsiteX19" fmla="*/ 630902 w 1015593"/>
                    <a:gd name="connsiteY19" fmla="*/ 178139 h 649257"/>
                    <a:gd name="connsiteX20" fmla="*/ 581118 w 1015593"/>
                    <a:gd name="connsiteY20" fmla="*/ 78605 h 649257"/>
                    <a:gd name="connsiteX21" fmla="*/ 572143 w 1015593"/>
                    <a:gd name="connsiteY21" fmla="*/ 72983 h 649257"/>
                    <a:gd name="connsiteX22" fmla="*/ 488256 w 1015593"/>
                    <a:gd name="connsiteY22" fmla="*/ 72983 h 649257"/>
                    <a:gd name="connsiteX23" fmla="*/ 488256 w 1015593"/>
                    <a:gd name="connsiteY23" fmla="*/ 93303 h 649257"/>
                    <a:gd name="connsiteX24" fmla="*/ 565777 w 1015593"/>
                    <a:gd name="connsiteY24" fmla="*/ 93303 h 649257"/>
                    <a:gd name="connsiteX25" fmla="*/ 615527 w 1015593"/>
                    <a:gd name="connsiteY25" fmla="*/ 192837 h 649257"/>
                    <a:gd name="connsiteX26" fmla="*/ 624637 w 1015593"/>
                    <a:gd name="connsiteY26" fmla="*/ 198459 h 649257"/>
                    <a:gd name="connsiteX27" fmla="*/ 755599 w 1015593"/>
                    <a:gd name="connsiteY27" fmla="*/ 198459 h 649257"/>
                    <a:gd name="connsiteX28" fmla="*/ 755599 w 1015593"/>
                    <a:gd name="connsiteY28" fmla="*/ 320379 h 649257"/>
                    <a:gd name="connsiteX29" fmla="*/ 765759 w 1015593"/>
                    <a:gd name="connsiteY29" fmla="*/ 330539 h 649257"/>
                    <a:gd name="connsiteX30" fmla="*/ 870746 w 1015593"/>
                    <a:gd name="connsiteY30" fmla="*/ 330539 h 649257"/>
                    <a:gd name="connsiteX31" fmla="*/ 879958 w 1015593"/>
                    <a:gd name="connsiteY31" fmla="*/ 324612 h 649257"/>
                    <a:gd name="connsiteX32" fmla="*/ 927371 w 1015593"/>
                    <a:gd name="connsiteY32" fmla="*/ 221082 h 649257"/>
                    <a:gd name="connsiteX33" fmla="*/ 995104 w 1015593"/>
                    <a:gd name="connsiteY33" fmla="*/ 221082 h 649257"/>
                    <a:gd name="connsiteX34" fmla="*/ 995104 w 1015593"/>
                    <a:gd name="connsiteY34" fmla="*/ 557411 h 649257"/>
                    <a:gd name="connsiteX35" fmla="*/ 927371 w 1015593"/>
                    <a:gd name="connsiteY35" fmla="*/ 557411 h 649257"/>
                    <a:gd name="connsiteX36" fmla="*/ 879958 w 1015593"/>
                    <a:gd name="connsiteY36" fmla="*/ 453881 h 649257"/>
                    <a:gd name="connsiteX37" fmla="*/ 870746 w 1015593"/>
                    <a:gd name="connsiteY37" fmla="*/ 447954 h 649257"/>
                    <a:gd name="connsiteX38" fmla="*/ 765759 w 1015593"/>
                    <a:gd name="connsiteY38" fmla="*/ 447954 h 649257"/>
                    <a:gd name="connsiteX39" fmla="*/ 755599 w 1015593"/>
                    <a:gd name="connsiteY39" fmla="*/ 458114 h 649257"/>
                    <a:gd name="connsiteX40" fmla="*/ 755599 w 1015593"/>
                    <a:gd name="connsiteY40" fmla="*/ 628938 h 649257"/>
                    <a:gd name="connsiteX41" fmla="*/ 552399 w 1015593"/>
                    <a:gd name="connsiteY41" fmla="*/ 628938 h 649257"/>
                    <a:gd name="connsiteX42" fmla="*/ 552399 w 1015593"/>
                    <a:gd name="connsiteY42" fmla="*/ 649258 h 649257"/>
                    <a:gd name="connsiteX43" fmla="*/ 765759 w 1015593"/>
                    <a:gd name="connsiteY43" fmla="*/ 649258 h 649257"/>
                    <a:gd name="connsiteX44" fmla="*/ 775919 w 1015593"/>
                    <a:gd name="connsiteY44" fmla="*/ 639098 h 649257"/>
                    <a:gd name="connsiteX45" fmla="*/ 775919 w 1015593"/>
                    <a:gd name="connsiteY45" fmla="*/ 468105 h 649257"/>
                    <a:gd name="connsiteX46" fmla="*/ 864277 w 1015593"/>
                    <a:gd name="connsiteY46" fmla="*/ 468105 h 649257"/>
                    <a:gd name="connsiteX47" fmla="*/ 911691 w 1015593"/>
                    <a:gd name="connsiteY47" fmla="*/ 571636 h 649257"/>
                    <a:gd name="connsiteX48" fmla="*/ 920936 w 1015593"/>
                    <a:gd name="connsiteY48" fmla="*/ 577562 h 649257"/>
                    <a:gd name="connsiteX49" fmla="*/ 1005434 w 1015593"/>
                    <a:gd name="connsiteY49" fmla="*/ 577562 h 649257"/>
                    <a:gd name="connsiteX50" fmla="*/ 1015594 w 1015593"/>
                    <a:gd name="connsiteY50" fmla="*/ 567402 h 649257"/>
                    <a:gd name="connsiteX51" fmla="*/ 1015594 w 1015593"/>
                    <a:gd name="connsiteY51" fmla="*/ 210752 h 649257"/>
                    <a:gd name="connsiteX52" fmla="*/ 1005434 w 1015593"/>
                    <a:gd name="connsiteY52" fmla="*/ 200592 h 649257"/>
                    <a:gd name="connsiteX53" fmla="*/ 242621 w 1015593"/>
                    <a:gd name="connsiteY53" fmla="*/ 555955 h 649257"/>
                    <a:gd name="connsiteX54" fmla="*/ 237236 w 1015593"/>
                    <a:gd name="connsiteY54" fmla="*/ 554397 h 649257"/>
                    <a:gd name="connsiteX55" fmla="*/ 237236 w 1015593"/>
                    <a:gd name="connsiteY55" fmla="*/ 554397 h 649257"/>
                    <a:gd name="connsiteX56" fmla="*/ 103530 w 1015593"/>
                    <a:gd name="connsiteY56" fmla="*/ 554397 h 649257"/>
                    <a:gd name="connsiteX57" fmla="*/ 103530 w 1015593"/>
                    <a:gd name="connsiteY57" fmla="*/ 209398 h 649257"/>
                    <a:gd name="connsiteX58" fmla="*/ 237236 w 1015593"/>
                    <a:gd name="connsiteY58" fmla="*/ 209398 h 649257"/>
                    <a:gd name="connsiteX59" fmla="*/ 245872 w 1015593"/>
                    <a:gd name="connsiteY59" fmla="*/ 204589 h 649257"/>
                    <a:gd name="connsiteX60" fmla="*/ 314757 w 1015593"/>
                    <a:gd name="connsiteY60" fmla="*/ 93303 h 649257"/>
                    <a:gd name="connsiteX61" fmla="*/ 388044 w 1015593"/>
                    <a:gd name="connsiteY61" fmla="*/ 93303 h 649257"/>
                    <a:gd name="connsiteX62" fmla="*/ 388044 w 1015593"/>
                    <a:gd name="connsiteY62" fmla="*/ 72983 h 649257"/>
                    <a:gd name="connsiteX63" fmla="*/ 309169 w 1015593"/>
                    <a:gd name="connsiteY63" fmla="*/ 72983 h 649257"/>
                    <a:gd name="connsiteX64" fmla="*/ 300533 w 1015593"/>
                    <a:gd name="connsiteY64" fmla="*/ 77792 h 649257"/>
                    <a:gd name="connsiteX65" fmla="*/ 231546 w 1015593"/>
                    <a:gd name="connsiteY65" fmla="*/ 189078 h 649257"/>
                    <a:gd name="connsiteX66" fmla="*/ 93337 w 1015593"/>
                    <a:gd name="connsiteY66" fmla="*/ 189078 h 649257"/>
                    <a:gd name="connsiteX67" fmla="*/ 83177 w 1015593"/>
                    <a:gd name="connsiteY67" fmla="*/ 199238 h 649257"/>
                    <a:gd name="connsiteX68" fmla="*/ 83177 w 1015593"/>
                    <a:gd name="connsiteY68" fmla="*/ 386182 h 649257"/>
                    <a:gd name="connsiteX69" fmla="*/ 20320 w 1015593"/>
                    <a:gd name="connsiteY69" fmla="*/ 386182 h 649257"/>
                    <a:gd name="connsiteX70" fmla="*/ 20320 w 1015593"/>
                    <a:gd name="connsiteY70" fmla="*/ 169841 h 649257"/>
                    <a:gd name="connsiteX71" fmla="*/ 0 w 1015593"/>
                    <a:gd name="connsiteY71" fmla="*/ 169841 h 649257"/>
                    <a:gd name="connsiteX72" fmla="*/ 0 w 1015593"/>
                    <a:gd name="connsiteY72" fmla="*/ 608313 h 649257"/>
                    <a:gd name="connsiteX73" fmla="*/ 20320 w 1015593"/>
                    <a:gd name="connsiteY73" fmla="*/ 608313 h 649257"/>
                    <a:gd name="connsiteX74" fmla="*/ 20320 w 1015593"/>
                    <a:gd name="connsiteY74" fmla="*/ 406603 h 649257"/>
                    <a:gd name="connsiteX75" fmla="*/ 83177 w 1015593"/>
                    <a:gd name="connsiteY75" fmla="*/ 406603 h 649257"/>
                    <a:gd name="connsiteX76" fmla="*/ 83177 w 1015593"/>
                    <a:gd name="connsiteY76" fmla="*/ 564625 h 649257"/>
                    <a:gd name="connsiteX77" fmla="*/ 93337 w 1015593"/>
                    <a:gd name="connsiteY77" fmla="*/ 574785 h 649257"/>
                    <a:gd name="connsiteX78" fmla="*/ 93337 w 1015593"/>
                    <a:gd name="connsiteY78" fmla="*/ 574785 h 649257"/>
                    <a:gd name="connsiteX79" fmla="*/ 234323 w 1015593"/>
                    <a:gd name="connsiteY79" fmla="*/ 574785 h 649257"/>
                    <a:gd name="connsiteX80" fmla="*/ 350825 w 1015593"/>
                    <a:gd name="connsiteY80" fmla="*/ 647598 h 649257"/>
                    <a:gd name="connsiteX81" fmla="*/ 356210 w 1015593"/>
                    <a:gd name="connsiteY81" fmla="*/ 649156 h 649257"/>
                    <a:gd name="connsiteX82" fmla="*/ 472474 w 1015593"/>
                    <a:gd name="connsiteY82" fmla="*/ 649156 h 649257"/>
                    <a:gd name="connsiteX83" fmla="*/ 472474 w 1015593"/>
                    <a:gd name="connsiteY83" fmla="*/ 628836 h 649257"/>
                    <a:gd name="connsiteX84" fmla="*/ 359122 w 1015593"/>
                    <a:gd name="connsiteY84" fmla="*/ 628836 h 649257"/>
                    <a:gd name="connsiteX85" fmla="*/ 420285 w 1015593"/>
                    <a:gd name="connsiteY85" fmla="*/ 352213 h 649257"/>
                    <a:gd name="connsiteX86" fmla="*/ 344255 w 1015593"/>
                    <a:gd name="connsiteY86" fmla="*/ 428244 h 649257"/>
                    <a:gd name="connsiteX87" fmla="*/ 343848 w 1015593"/>
                    <a:gd name="connsiteY87" fmla="*/ 428244 h 649257"/>
                    <a:gd name="connsiteX88" fmla="*/ 268529 w 1015593"/>
                    <a:gd name="connsiteY88" fmla="*/ 352213 h 649257"/>
                    <a:gd name="connsiteX89" fmla="*/ 343848 w 1015593"/>
                    <a:gd name="connsiteY89" fmla="*/ 276149 h 649257"/>
                    <a:gd name="connsiteX90" fmla="*/ 344255 w 1015593"/>
                    <a:gd name="connsiteY90" fmla="*/ 276149 h 649257"/>
                    <a:gd name="connsiteX91" fmla="*/ 420285 w 1015593"/>
                    <a:gd name="connsiteY91" fmla="*/ 352213 h 649257"/>
                    <a:gd name="connsiteX92" fmla="*/ 399965 w 1015593"/>
                    <a:gd name="connsiteY92" fmla="*/ 352213 h 649257"/>
                    <a:gd name="connsiteX93" fmla="*/ 344424 w 1015593"/>
                    <a:gd name="connsiteY93" fmla="*/ 296469 h 649257"/>
                    <a:gd name="connsiteX94" fmla="*/ 288849 w 1015593"/>
                    <a:gd name="connsiteY94" fmla="*/ 352213 h 649257"/>
                    <a:gd name="connsiteX95" fmla="*/ 344424 w 1015593"/>
                    <a:gd name="connsiteY95" fmla="*/ 407924 h 649257"/>
                    <a:gd name="connsiteX96" fmla="*/ 399965 w 1015593"/>
                    <a:gd name="connsiteY96" fmla="*/ 352213 h 649257"/>
                    <a:gd name="connsiteX97" fmla="*/ 561983 w 1015593"/>
                    <a:gd name="connsiteY97" fmla="*/ 468613 h 649257"/>
                    <a:gd name="connsiteX98" fmla="*/ 607768 w 1015593"/>
                    <a:gd name="connsiteY98" fmla="*/ 421745 h 649257"/>
                    <a:gd name="connsiteX99" fmla="*/ 608279 w 1015593"/>
                    <a:gd name="connsiteY99" fmla="*/ 421742 h 649257"/>
                    <a:gd name="connsiteX100" fmla="*/ 608686 w 1015593"/>
                    <a:gd name="connsiteY100" fmla="*/ 421742 h 649257"/>
                    <a:gd name="connsiteX101" fmla="*/ 655557 w 1015593"/>
                    <a:gd name="connsiteY101" fmla="*/ 468613 h 649257"/>
                    <a:gd name="connsiteX102" fmla="*/ 608686 w 1015593"/>
                    <a:gd name="connsiteY102" fmla="*/ 515485 h 649257"/>
                    <a:gd name="connsiteX103" fmla="*/ 608279 w 1015593"/>
                    <a:gd name="connsiteY103" fmla="*/ 515485 h 649257"/>
                    <a:gd name="connsiteX104" fmla="*/ 561980 w 1015593"/>
                    <a:gd name="connsiteY104" fmla="*/ 469057 h 649257"/>
                    <a:gd name="connsiteX105" fmla="*/ 561983 w 1015593"/>
                    <a:gd name="connsiteY105" fmla="*/ 468613 h 649257"/>
                    <a:gd name="connsiteX106" fmla="*/ 582303 w 1015593"/>
                    <a:gd name="connsiteY106" fmla="*/ 468613 h 649257"/>
                    <a:gd name="connsiteX107" fmla="*/ 608889 w 1015593"/>
                    <a:gd name="connsiteY107" fmla="*/ 495165 h 649257"/>
                    <a:gd name="connsiteX108" fmla="*/ 635440 w 1015593"/>
                    <a:gd name="connsiteY108" fmla="*/ 468613 h 649257"/>
                    <a:gd name="connsiteX109" fmla="*/ 608889 w 1015593"/>
                    <a:gd name="connsiteY109" fmla="*/ 442062 h 649257"/>
                    <a:gd name="connsiteX110" fmla="*/ 582303 w 1015593"/>
                    <a:gd name="connsiteY110" fmla="*/ 468613 h 649257"/>
                    <a:gd name="connsiteX111" fmla="*/ 417576 w 1015593"/>
                    <a:gd name="connsiteY111" fmla="*/ 256811 h 649257"/>
                    <a:gd name="connsiteX112" fmla="*/ 642823 w 1015593"/>
                    <a:gd name="connsiteY112" fmla="*/ 385843 h 649257"/>
                    <a:gd name="connsiteX113" fmla="*/ 694470 w 1015593"/>
                    <a:gd name="connsiteY113" fmla="*/ 493979 h 649257"/>
                    <a:gd name="connsiteX114" fmla="*/ 609397 w 1015593"/>
                    <a:gd name="connsiteY114" fmla="*/ 558224 h 649257"/>
                    <a:gd name="connsiteX115" fmla="*/ 591346 w 1015593"/>
                    <a:gd name="connsiteY115" fmla="*/ 556633 h 649257"/>
                    <a:gd name="connsiteX116" fmla="*/ 573701 w 1015593"/>
                    <a:gd name="connsiteY116" fmla="*/ 551146 h 649257"/>
                    <a:gd name="connsiteX117" fmla="*/ 314994 w 1015593"/>
                    <a:gd name="connsiteY117" fmla="*/ 469053 h 649257"/>
                    <a:gd name="connsiteX118" fmla="*/ 229383 w 1015593"/>
                    <a:gd name="connsiteY118" fmla="*/ 321821 h 649257"/>
                    <a:gd name="connsiteX119" fmla="*/ 376614 w 1015593"/>
                    <a:gd name="connsiteY119" fmla="*/ 236210 h 649257"/>
                    <a:gd name="connsiteX120" fmla="*/ 388112 w 1015593"/>
                    <a:gd name="connsiteY120" fmla="*/ 239878 h 649257"/>
                    <a:gd name="connsiteX121" fmla="*/ 389196 w 1015593"/>
                    <a:gd name="connsiteY121" fmla="*/ 240318 h 649257"/>
                    <a:gd name="connsiteX122" fmla="*/ 417576 w 1015593"/>
                    <a:gd name="connsiteY122" fmla="*/ 256811 h 649257"/>
                    <a:gd name="connsiteX123" fmla="*/ 632020 w 1015593"/>
                    <a:gd name="connsiteY123" fmla="*/ 403081 h 649257"/>
                    <a:gd name="connsiteX124" fmla="*/ 406840 w 1015593"/>
                    <a:gd name="connsiteY124" fmla="*/ 274083 h 649257"/>
                    <a:gd name="connsiteX125" fmla="*/ 405655 w 1015593"/>
                    <a:gd name="connsiteY125" fmla="*/ 273304 h 649257"/>
                    <a:gd name="connsiteX126" fmla="*/ 381237 w 1015593"/>
                    <a:gd name="connsiteY126" fmla="*/ 259317 h 649257"/>
                    <a:gd name="connsiteX127" fmla="*/ 380932 w 1015593"/>
                    <a:gd name="connsiteY127" fmla="*/ 259317 h 649257"/>
                    <a:gd name="connsiteX128" fmla="*/ 250863 w 1015593"/>
                    <a:gd name="connsiteY128" fmla="*/ 316904 h 649257"/>
                    <a:gd name="connsiteX129" fmla="*/ 244111 w 1015593"/>
                    <a:gd name="connsiteY129" fmla="*/ 352315 h 649257"/>
                    <a:gd name="connsiteX130" fmla="*/ 307983 w 1015593"/>
                    <a:gd name="connsiteY130" fmla="*/ 445516 h 649257"/>
                    <a:gd name="connsiteX131" fmla="*/ 320243 w 1015593"/>
                    <a:gd name="connsiteY131" fmla="*/ 449411 h 649257"/>
                    <a:gd name="connsiteX132" fmla="*/ 320853 w 1015593"/>
                    <a:gd name="connsiteY132" fmla="*/ 449411 h 649257"/>
                    <a:gd name="connsiteX133" fmla="*/ 580238 w 1015593"/>
                    <a:gd name="connsiteY133" fmla="*/ 531673 h 649257"/>
                    <a:gd name="connsiteX134" fmla="*/ 581220 w 1015593"/>
                    <a:gd name="connsiteY134" fmla="*/ 532045 h 649257"/>
                    <a:gd name="connsiteX135" fmla="*/ 594936 w 1015593"/>
                    <a:gd name="connsiteY135" fmla="*/ 536414 h 649257"/>
                    <a:gd name="connsiteX136" fmla="*/ 674997 w 1015593"/>
                    <a:gd name="connsiteY136" fmla="*/ 487951 h 649257"/>
                    <a:gd name="connsiteX137" fmla="*/ 633984 w 1015593"/>
                    <a:gd name="connsiteY137" fmla="*/ 403826 h 649257"/>
                    <a:gd name="connsiteX138" fmla="*/ 632020 w 1015593"/>
                    <a:gd name="connsiteY138" fmla="*/ 402946 h 649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</a:cxnLst>
                  <a:rect l="l" t="t" r="r" b="b"/>
                  <a:pathLst>
                    <a:path w="1015593" h="649257">
                      <a:moveTo>
                        <a:pt x="426754" y="20320"/>
                      </a:moveTo>
                      <a:lnTo>
                        <a:pt x="270493" y="20320"/>
                      </a:lnTo>
                      <a:lnTo>
                        <a:pt x="270493" y="0"/>
                      </a:lnTo>
                      <a:lnTo>
                        <a:pt x="603301" y="0"/>
                      </a:lnTo>
                      <a:lnTo>
                        <a:pt x="603301" y="20320"/>
                      </a:lnTo>
                      <a:lnTo>
                        <a:pt x="447074" y="20320"/>
                      </a:lnTo>
                      <a:lnTo>
                        <a:pt x="447074" y="129608"/>
                      </a:lnTo>
                      <a:lnTo>
                        <a:pt x="504410" y="129608"/>
                      </a:lnTo>
                      <a:lnTo>
                        <a:pt x="504410" y="149928"/>
                      </a:lnTo>
                      <a:lnTo>
                        <a:pt x="369350" y="149928"/>
                      </a:lnTo>
                      <a:lnTo>
                        <a:pt x="369350" y="129608"/>
                      </a:lnTo>
                      <a:lnTo>
                        <a:pt x="426754" y="129608"/>
                      </a:lnTo>
                      <a:close/>
                      <a:moveTo>
                        <a:pt x="1005434" y="200592"/>
                      </a:moveTo>
                      <a:lnTo>
                        <a:pt x="920970" y="200592"/>
                      </a:lnTo>
                      <a:cubicBezTo>
                        <a:pt x="916994" y="200589"/>
                        <a:pt x="913381" y="202905"/>
                        <a:pt x="911725" y="206519"/>
                      </a:cubicBezTo>
                      <a:lnTo>
                        <a:pt x="864311" y="310049"/>
                      </a:lnTo>
                      <a:lnTo>
                        <a:pt x="775919" y="310049"/>
                      </a:lnTo>
                      <a:lnTo>
                        <a:pt x="775919" y="188299"/>
                      </a:lnTo>
                      <a:cubicBezTo>
                        <a:pt x="775919" y="182687"/>
                        <a:pt x="771371" y="178139"/>
                        <a:pt x="765759" y="178139"/>
                      </a:cubicBezTo>
                      <a:lnTo>
                        <a:pt x="630902" y="178139"/>
                      </a:lnTo>
                      <a:lnTo>
                        <a:pt x="581118" y="78605"/>
                      </a:lnTo>
                      <a:cubicBezTo>
                        <a:pt x="579418" y="75196"/>
                        <a:pt x="575953" y="73026"/>
                        <a:pt x="572143" y="72983"/>
                      </a:cubicBezTo>
                      <a:lnTo>
                        <a:pt x="488256" y="72983"/>
                      </a:lnTo>
                      <a:lnTo>
                        <a:pt x="488256" y="93303"/>
                      </a:lnTo>
                      <a:lnTo>
                        <a:pt x="565777" y="93303"/>
                      </a:lnTo>
                      <a:lnTo>
                        <a:pt x="615527" y="192837"/>
                      </a:lnTo>
                      <a:cubicBezTo>
                        <a:pt x="617251" y="196288"/>
                        <a:pt x="620779" y="198465"/>
                        <a:pt x="624637" y="198459"/>
                      </a:cubicBezTo>
                      <a:lnTo>
                        <a:pt x="755599" y="198459"/>
                      </a:lnTo>
                      <a:lnTo>
                        <a:pt x="755599" y="320379"/>
                      </a:lnTo>
                      <a:cubicBezTo>
                        <a:pt x="755599" y="325990"/>
                        <a:pt x="760148" y="330539"/>
                        <a:pt x="765759" y="330539"/>
                      </a:cubicBezTo>
                      <a:lnTo>
                        <a:pt x="870746" y="330539"/>
                      </a:lnTo>
                      <a:cubicBezTo>
                        <a:pt x="874708" y="330529"/>
                        <a:pt x="878305" y="328215"/>
                        <a:pt x="879958" y="324612"/>
                      </a:cubicBezTo>
                      <a:lnTo>
                        <a:pt x="927371" y="221082"/>
                      </a:lnTo>
                      <a:lnTo>
                        <a:pt x="995104" y="221082"/>
                      </a:lnTo>
                      <a:lnTo>
                        <a:pt x="995104" y="557411"/>
                      </a:lnTo>
                      <a:lnTo>
                        <a:pt x="927371" y="557411"/>
                      </a:lnTo>
                      <a:lnTo>
                        <a:pt x="879958" y="453881"/>
                      </a:lnTo>
                      <a:cubicBezTo>
                        <a:pt x="878305" y="450278"/>
                        <a:pt x="874708" y="447965"/>
                        <a:pt x="870746" y="447954"/>
                      </a:cubicBezTo>
                      <a:lnTo>
                        <a:pt x="765759" y="447954"/>
                      </a:lnTo>
                      <a:cubicBezTo>
                        <a:pt x="760148" y="447954"/>
                        <a:pt x="755599" y="452503"/>
                        <a:pt x="755599" y="458114"/>
                      </a:cubicBezTo>
                      <a:lnTo>
                        <a:pt x="755599" y="628938"/>
                      </a:lnTo>
                      <a:lnTo>
                        <a:pt x="552399" y="628938"/>
                      </a:lnTo>
                      <a:lnTo>
                        <a:pt x="552399" y="649258"/>
                      </a:lnTo>
                      <a:lnTo>
                        <a:pt x="765759" y="649258"/>
                      </a:lnTo>
                      <a:cubicBezTo>
                        <a:pt x="771371" y="649258"/>
                        <a:pt x="775919" y="644710"/>
                        <a:pt x="775919" y="639098"/>
                      </a:cubicBezTo>
                      <a:lnTo>
                        <a:pt x="775919" y="468105"/>
                      </a:lnTo>
                      <a:lnTo>
                        <a:pt x="864277" y="468105"/>
                      </a:lnTo>
                      <a:lnTo>
                        <a:pt x="911691" y="571636"/>
                      </a:lnTo>
                      <a:cubicBezTo>
                        <a:pt x="913347" y="575249"/>
                        <a:pt x="916960" y="577566"/>
                        <a:pt x="920936" y="577562"/>
                      </a:cubicBezTo>
                      <a:lnTo>
                        <a:pt x="1005434" y="577562"/>
                      </a:lnTo>
                      <a:cubicBezTo>
                        <a:pt x="1011045" y="577562"/>
                        <a:pt x="1015594" y="573014"/>
                        <a:pt x="1015594" y="567402"/>
                      </a:cubicBezTo>
                      <a:lnTo>
                        <a:pt x="1015594" y="210752"/>
                      </a:lnTo>
                      <a:cubicBezTo>
                        <a:pt x="1015594" y="205141"/>
                        <a:pt x="1011045" y="200592"/>
                        <a:pt x="1005434" y="200592"/>
                      </a:cubicBezTo>
                      <a:close/>
                      <a:moveTo>
                        <a:pt x="242621" y="555955"/>
                      </a:moveTo>
                      <a:cubicBezTo>
                        <a:pt x="241007" y="554943"/>
                        <a:pt x="239141" y="554401"/>
                        <a:pt x="237236" y="554397"/>
                      </a:cubicBezTo>
                      <a:lnTo>
                        <a:pt x="237236" y="554397"/>
                      </a:lnTo>
                      <a:lnTo>
                        <a:pt x="103530" y="554397"/>
                      </a:lnTo>
                      <a:lnTo>
                        <a:pt x="103530" y="209398"/>
                      </a:lnTo>
                      <a:lnTo>
                        <a:pt x="237236" y="209398"/>
                      </a:lnTo>
                      <a:cubicBezTo>
                        <a:pt x="240753" y="209398"/>
                        <a:pt x="244020" y="207579"/>
                        <a:pt x="245872" y="204589"/>
                      </a:cubicBezTo>
                      <a:lnTo>
                        <a:pt x="314757" y="93303"/>
                      </a:lnTo>
                      <a:lnTo>
                        <a:pt x="388044" y="93303"/>
                      </a:lnTo>
                      <a:lnTo>
                        <a:pt x="388044" y="72983"/>
                      </a:lnTo>
                      <a:lnTo>
                        <a:pt x="309169" y="72983"/>
                      </a:lnTo>
                      <a:cubicBezTo>
                        <a:pt x="305652" y="72983"/>
                        <a:pt x="302385" y="74802"/>
                        <a:pt x="300533" y="77792"/>
                      </a:cubicBezTo>
                      <a:lnTo>
                        <a:pt x="231546" y="189078"/>
                      </a:lnTo>
                      <a:lnTo>
                        <a:pt x="93337" y="189078"/>
                      </a:lnTo>
                      <a:cubicBezTo>
                        <a:pt x="87725" y="189078"/>
                        <a:pt x="83177" y="193626"/>
                        <a:pt x="83177" y="199238"/>
                      </a:cubicBezTo>
                      <a:lnTo>
                        <a:pt x="83177" y="386182"/>
                      </a:lnTo>
                      <a:lnTo>
                        <a:pt x="20320" y="386182"/>
                      </a:lnTo>
                      <a:lnTo>
                        <a:pt x="20320" y="169841"/>
                      </a:lnTo>
                      <a:lnTo>
                        <a:pt x="0" y="169841"/>
                      </a:lnTo>
                      <a:lnTo>
                        <a:pt x="0" y="608313"/>
                      </a:lnTo>
                      <a:lnTo>
                        <a:pt x="20320" y="608313"/>
                      </a:lnTo>
                      <a:lnTo>
                        <a:pt x="20320" y="406603"/>
                      </a:lnTo>
                      <a:lnTo>
                        <a:pt x="83177" y="406603"/>
                      </a:lnTo>
                      <a:lnTo>
                        <a:pt x="83177" y="564625"/>
                      </a:lnTo>
                      <a:cubicBezTo>
                        <a:pt x="83177" y="570237"/>
                        <a:pt x="87725" y="574785"/>
                        <a:pt x="93337" y="574785"/>
                      </a:cubicBezTo>
                      <a:lnTo>
                        <a:pt x="93337" y="574785"/>
                      </a:lnTo>
                      <a:lnTo>
                        <a:pt x="234323" y="574785"/>
                      </a:lnTo>
                      <a:lnTo>
                        <a:pt x="350825" y="647598"/>
                      </a:lnTo>
                      <a:cubicBezTo>
                        <a:pt x="352437" y="648611"/>
                        <a:pt x="354303" y="649153"/>
                        <a:pt x="356210" y="649156"/>
                      </a:cubicBezTo>
                      <a:lnTo>
                        <a:pt x="472474" y="649156"/>
                      </a:lnTo>
                      <a:lnTo>
                        <a:pt x="472474" y="628836"/>
                      </a:lnTo>
                      <a:lnTo>
                        <a:pt x="359122" y="628836"/>
                      </a:lnTo>
                      <a:close/>
                      <a:moveTo>
                        <a:pt x="420285" y="352213"/>
                      </a:moveTo>
                      <a:cubicBezTo>
                        <a:pt x="420248" y="394188"/>
                        <a:pt x="386229" y="428207"/>
                        <a:pt x="344255" y="428244"/>
                      </a:cubicBezTo>
                      <a:lnTo>
                        <a:pt x="343848" y="428244"/>
                      </a:lnTo>
                      <a:cubicBezTo>
                        <a:pt x="292100" y="426178"/>
                        <a:pt x="268529" y="387401"/>
                        <a:pt x="268529" y="352213"/>
                      </a:cubicBezTo>
                      <a:cubicBezTo>
                        <a:pt x="268529" y="317026"/>
                        <a:pt x="292235" y="278215"/>
                        <a:pt x="343848" y="276149"/>
                      </a:cubicBezTo>
                      <a:lnTo>
                        <a:pt x="344255" y="276149"/>
                      </a:lnTo>
                      <a:cubicBezTo>
                        <a:pt x="386236" y="276206"/>
                        <a:pt x="420248" y="310232"/>
                        <a:pt x="420285" y="352213"/>
                      </a:cubicBezTo>
                      <a:close/>
                      <a:moveTo>
                        <a:pt x="399965" y="352213"/>
                      </a:moveTo>
                      <a:cubicBezTo>
                        <a:pt x="399948" y="321513"/>
                        <a:pt x="375124" y="296601"/>
                        <a:pt x="344424" y="296469"/>
                      </a:cubicBezTo>
                      <a:cubicBezTo>
                        <a:pt x="306053" y="298094"/>
                        <a:pt x="288849" y="325594"/>
                        <a:pt x="288849" y="352213"/>
                      </a:cubicBezTo>
                      <a:cubicBezTo>
                        <a:pt x="288849" y="378833"/>
                        <a:pt x="306053" y="406400"/>
                        <a:pt x="344424" y="407924"/>
                      </a:cubicBezTo>
                      <a:cubicBezTo>
                        <a:pt x="375111" y="407792"/>
                        <a:pt x="399928" y="382900"/>
                        <a:pt x="399965" y="352213"/>
                      </a:cubicBezTo>
                      <a:close/>
                      <a:moveTo>
                        <a:pt x="561983" y="468613"/>
                      </a:moveTo>
                      <a:cubicBezTo>
                        <a:pt x="561685" y="443027"/>
                        <a:pt x="582182" y="422043"/>
                        <a:pt x="607768" y="421745"/>
                      </a:cubicBezTo>
                      <a:cubicBezTo>
                        <a:pt x="607937" y="421742"/>
                        <a:pt x="608110" y="421742"/>
                        <a:pt x="608279" y="421742"/>
                      </a:cubicBezTo>
                      <a:lnTo>
                        <a:pt x="608686" y="421742"/>
                      </a:lnTo>
                      <a:cubicBezTo>
                        <a:pt x="634573" y="421742"/>
                        <a:pt x="655557" y="442725"/>
                        <a:pt x="655557" y="468613"/>
                      </a:cubicBezTo>
                      <a:cubicBezTo>
                        <a:pt x="655557" y="494501"/>
                        <a:pt x="634573" y="515485"/>
                        <a:pt x="608686" y="515485"/>
                      </a:cubicBezTo>
                      <a:lnTo>
                        <a:pt x="608279" y="515485"/>
                      </a:lnTo>
                      <a:cubicBezTo>
                        <a:pt x="582673" y="515447"/>
                        <a:pt x="561946" y="494663"/>
                        <a:pt x="561980" y="469057"/>
                      </a:cubicBezTo>
                      <a:cubicBezTo>
                        <a:pt x="561980" y="468908"/>
                        <a:pt x="561983" y="468762"/>
                        <a:pt x="561983" y="468613"/>
                      </a:cubicBezTo>
                      <a:close/>
                      <a:moveTo>
                        <a:pt x="582303" y="468613"/>
                      </a:moveTo>
                      <a:cubicBezTo>
                        <a:pt x="582303" y="481245"/>
                        <a:pt x="590533" y="494352"/>
                        <a:pt x="608889" y="495165"/>
                      </a:cubicBezTo>
                      <a:cubicBezTo>
                        <a:pt x="623553" y="495165"/>
                        <a:pt x="635440" y="483277"/>
                        <a:pt x="635440" y="468613"/>
                      </a:cubicBezTo>
                      <a:cubicBezTo>
                        <a:pt x="635440" y="453949"/>
                        <a:pt x="623553" y="442062"/>
                        <a:pt x="608889" y="442062"/>
                      </a:cubicBezTo>
                      <a:cubicBezTo>
                        <a:pt x="590669" y="442874"/>
                        <a:pt x="582303" y="455947"/>
                        <a:pt x="582303" y="468613"/>
                      </a:cubicBezTo>
                      <a:close/>
                      <a:moveTo>
                        <a:pt x="417576" y="256811"/>
                      </a:moveTo>
                      <a:lnTo>
                        <a:pt x="642823" y="385843"/>
                      </a:lnTo>
                      <a:cubicBezTo>
                        <a:pt x="693623" y="407822"/>
                        <a:pt x="705240" y="457200"/>
                        <a:pt x="694470" y="493979"/>
                      </a:cubicBezTo>
                      <a:cubicBezTo>
                        <a:pt x="683700" y="532028"/>
                        <a:pt x="648943" y="558279"/>
                        <a:pt x="609397" y="558224"/>
                      </a:cubicBezTo>
                      <a:cubicBezTo>
                        <a:pt x="603345" y="558211"/>
                        <a:pt x="597306" y="557679"/>
                        <a:pt x="591346" y="556633"/>
                      </a:cubicBezTo>
                      <a:cubicBezTo>
                        <a:pt x="585294" y="555407"/>
                        <a:pt x="579381" y="553568"/>
                        <a:pt x="573701" y="551146"/>
                      </a:cubicBezTo>
                      <a:lnTo>
                        <a:pt x="314994" y="469053"/>
                      </a:lnTo>
                      <a:cubicBezTo>
                        <a:pt x="250696" y="452039"/>
                        <a:pt x="212366" y="386117"/>
                        <a:pt x="229383" y="321821"/>
                      </a:cubicBezTo>
                      <a:cubicBezTo>
                        <a:pt x="246399" y="257522"/>
                        <a:pt x="312317" y="219192"/>
                        <a:pt x="376614" y="236210"/>
                      </a:cubicBezTo>
                      <a:cubicBezTo>
                        <a:pt x="380506" y="237239"/>
                        <a:pt x="384343" y="238462"/>
                        <a:pt x="388112" y="239878"/>
                      </a:cubicBezTo>
                      <a:lnTo>
                        <a:pt x="389196" y="240318"/>
                      </a:lnTo>
                      <a:cubicBezTo>
                        <a:pt x="399363" y="244500"/>
                        <a:pt x="408910" y="250051"/>
                        <a:pt x="417576" y="256811"/>
                      </a:cubicBezTo>
                      <a:close/>
                      <a:moveTo>
                        <a:pt x="632020" y="403081"/>
                      </a:moveTo>
                      <a:lnTo>
                        <a:pt x="406840" y="274083"/>
                      </a:lnTo>
                      <a:lnTo>
                        <a:pt x="405655" y="273304"/>
                      </a:lnTo>
                      <a:cubicBezTo>
                        <a:pt x="398231" y="267489"/>
                        <a:pt x="390009" y="262778"/>
                        <a:pt x="381237" y="259317"/>
                      </a:cubicBezTo>
                      <a:lnTo>
                        <a:pt x="380932" y="259317"/>
                      </a:lnTo>
                      <a:cubicBezTo>
                        <a:pt x="329112" y="239302"/>
                        <a:pt x="270878" y="265085"/>
                        <a:pt x="250863" y="316904"/>
                      </a:cubicBezTo>
                      <a:cubicBezTo>
                        <a:pt x="246499" y="328205"/>
                        <a:pt x="244211" y="340201"/>
                        <a:pt x="244111" y="352315"/>
                      </a:cubicBezTo>
                      <a:cubicBezTo>
                        <a:pt x="244007" y="393625"/>
                        <a:pt x="269420" y="430706"/>
                        <a:pt x="307983" y="445516"/>
                      </a:cubicBezTo>
                      <a:cubicBezTo>
                        <a:pt x="311978" y="447087"/>
                        <a:pt x="316074" y="448391"/>
                        <a:pt x="320243" y="449411"/>
                      </a:cubicBezTo>
                      <a:lnTo>
                        <a:pt x="320853" y="449411"/>
                      </a:lnTo>
                      <a:lnTo>
                        <a:pt x="580238" y="531673"/>
                      </a:lnTo>
                      <a:lnTo>
                        <a:pt x="581220" y="532045"/>
                      </a:lnTo>
                      <a:cubicBezTo>
                        <a:pt x="585629" y="533972"/>
                        <a:pt x="590225" y="535439"/>
                        <a:pt x="594936" y="536414"/>
                      </a:cubicBezTo>
                      <a:cubicBezTo>
                        <a:pt x="638251" y="543797"/>
                        <a:pt x="666361" y="517415"/>
                        <a:pt x="674997" y="487951"/>
                      </a:cubicBezTo>
                      <a:cubicBezTo>
                        <a:pt x="683633" y="458487"/>
                        <a:pt x="674353" y="420861"/>
                        <a:pt x="633984" y="403826"/>
                      </a:cubicBezTo>
                      <a:cubicBezTo>
                        <a:pt x="633300" y="403599"/>
                        <a:pt x="632643" y="403305"/>
                        <a:pt x="632020" y="402946"/>
                      </a:cubicBezTo>
                      <a:close/>
                    </a:path>
                  </a:pathLst>
                </a:custGeom>
                <a:solidFill>
                  <a:srgbClr val="505050"/>
                </a:solidFill>
                <a:ln w="33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814" name="Rechteck: abgerundete Ecken 1813">
                <a:extLst>
                  <a:ext uri="{FF2B5EF4-FFF2-40B4-BE49-F238E27FC236}">
                    <a16:creationId xmlns:a16="http://schemas.microsoft.com/office/drawing/2014/main" id="{16514973-A9B8-E21E-22BE-4CCAE87097F6}"/>
                  </a:ext>
                </a:extLst>
              </p:cNvPr>
              <p:cNvSpPr/>
              <p:nvPr/>
            </p:nvSpPr>
            <p:spPr>
              <a:xfrm>
                <a:off x="6023874" y="-388150"/>
                <a:ext cx="589660" cy="367469"/>
              </a:xfrm>
              <a:prstGeom prst="round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1815" name="Gruppieren 1814">
                <a:extLst>
                  <a:ext uri="{FF2B5EF4-FFF2-40B4-BE49-F238E27FC236}">
                    <a16:creationId xmlns:a16="http://schemas.microsoft.com/office/drawing/2014/main" id="{0094F31F-CB10-AAAA-F113-1B6FAF3D2D68}"/>
                  </a:ext>
                </a:extLst>
              </p:cNvPr>
              <p:cNvGrpSpPr/>
              <p:nvPr/>
            </p:nvGrpSpPr>
            <p:grpSpPr>
              <a:xfrm>
                <a:off x="6204863" y="-327991"/>
                <a:ext cx="257171" cy="261308"/>
                <a:chOff x="3607366" y="1982624"/>
                <a:chExt cx="940818" cy="1088559"/>
              </a:xfrm>
            </p:grpSpPr>
            <p:grpSp>
              <p:nvGrpSpPr>
                <p:cNvPr id="1816" name="ee4p_icon_group">
                  <a:extLst>
                    <a:ext uri="{FF2B5EF4-FFF2-40B4-BE49-F238E27FC236}">
                      <a16:creationId xmlns:a16="http://schemas.microsoft.com/office/drawing/2014/main" id="{EB579CB7-4C6B-CBC7-1DCF-513D85C46B4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635493" y="2509180"/>
                  <a:ext cx="726059" cy="562003"/>
                  <a:chOff x="4032000" y="2888964"/>
                  <a:chExt cx="1080000" cy="1080000"/>
                </a:xfrm>
                <a:solidFill>
                  <a:srgbClr val="C00000"/>
                </a:solidFill>
              </p:grpSpPr>
              <p:grpSp>
                <p:nvGrpSpPr>
                  <p:cNvPr id="1820" name="ee4p_icon_frame">
                    <a:extLst>
                      <a:ext uri="{FF2B5EF4-FFF2-40B4-BE49-F238E27FC236}">
                        <a16:creationId xmlns:a16="http://schemas.microsoft.com/office/drawing/2014/main" id="{8ACA145C-F9B9-23A7-FD4F-EE46DB8113E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4032000" y="2888964"/>
                    <a:ext cx="1080000" cy="1080000"/>
                    <a:chOff x="4737100" y="1701800"/>
                    <a:chExt cx="1098550" cy="1098550"/>
                  </a:xfrm>
                  <a:grpFill/>
                </p:grpSpPr>
                <p:cxnSp>
                  <p:nvCxnSpPr>
                    <p:cNvPr id="1822" name="ee4p_icon_frame_top">
                      <a:extLst>
                        <a:ext uri="{FF2B5EF4-FFF2-40B4-BE49-F238E27FC236}">
                          <a16:creationId xmlns:a16="http://schemas.microsoft.com/office/drawing/2014/main" id="{F7701DBC-3E45-19DF-2676-AEADE3F4314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37100" y="1701800"/>
                      <a:ext cx="1098550" cy="0"/>
                    </a:xfrm>
                    <a:prstGeom prst="line">
                      <a:avLst/>
                    </a:prstGeom>
                    <a:grpFill/>
                    <a:ln w="0" cap="sq" cmpd="sng" algn="ctr">
                      <a:noFill/>
                      <a:prstDash val="solid"/>
                      <a:round/>
                    </a:ln>
                    <a:effectLst/>
                  </p:spPr>
                </p:cxnSp>
                <p:cxnSp>
                  <p:nvCxnSpPr>
                    <p:cNvPr id="1823" name="ee4p_icon_frame_bottom">
                      <a:extLst>
                        <a:ext uri="{FF2B5EF4-FFF2-40B4-BE49-F238E27FC236}">
                          <a16:creationId xmlns:a16="http://schemas.microsoft.com/office/drawing/2014/main" id="{94FAFBFE-5F0D-AD7F-0F80-A0ABA42A26D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737100" y="2800350"/>
                      <a:ext cx="1098550" cy="0"/>
                    </a:xfrm>
                    <a:prstGeom prst="line">
                      <a:avLst/>
                    </a:prstGeom>
                    <a:grpFill/>
                    <a:ln w="0" cap="sq" cmpd="sng" algn="ctr">
                      <a:noFill/>
                      <a:prstDash val="solid"/>
                      <a:round/>
                    </a:ln>
                    <a:effectLst/>
                  </p:spPr>
                </p:cxnSp>
                <p:cxnSp>
                  <p:nvCxnSpPr>
                    <p:cNvPr id="1824" name="ee4p_icon_frame_left">
                      <a:extLst>
                        <a:ext uri="{FF2B5EF4-FFF2-40B4-BE49-F238E27FC236}">
                          <a16:creationId xmlns:a16="http://schemas.microsoft.com/office/drawing/2014/main" id="{20BD7FAC-181A-AD76-8E12-9A9B991CEED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4187825" y="2251075"/>
                      <a:ext cx="1098550" cy="0"/>
                    </a:xfrm>
                    <a:prstGeom prst="line">
                      <a:avLst/>
                    </a:prstGeom>
                    <a:grpFill/>
                    <a:ln w="0" cap="sq" cmpd="sng" algn="ctr">
                      <a:noFill/>
                      <a:prstDash val="solid"/>
                      <a:round/>
                    </a:ln>
                    <a:effectLst/>
                  </p:spPr>
                </p:cxnSp>
                <p:cxnSp>
                  <p:nvCxnSpPr>
                    <p:cNvPr id="1825" name="ee4p_icon_frame_right">
                      <a:extLst>
                        <a:ext uri="{FF2B5EF4-FFF2-40B4-BE49-F238E27FC236}">
                          <a16:creationId xmlns:a16="http://schemas.microsoft.com/office/drawing/2014/main" id="{CC7FFEF6-3738-89E2-3AB1-B5F62F0E179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5286375" y="2251075"/>
                      <a:ext cx="1098550" cy="0"/>
                    </a:xfrm>
                    <a:prstGeom prst="line">
                      <a:avLst/>
                    </a:prstGeom>
                    <a:grpFill/>
                    <a:ln w="0" cap="sq" cmpd="sng" algn="ctr">
                      <a:noFill/>
                      <a:prstDash val="solid"/>
                      <a:round/>
                    </a:ln>
                    <a:effectLst/>
                  </p:spPr>
                </p:cxnSp>
              </p:grpSp>
              <p:sp>
                <p:nvSpPr>
                  <p:cNvPr id="1821" name="ee4p_icon">
                    <a:extLst>
                      <a:ext uri="{FF2B5EF4-FFF2-40B4-BE49-F238E27FC236}">
                        <a16:creationId xmlns:a16="http://schemas.microsoft.com/office/drawing/2014/main" id="{E5988BAF-CA09-7878-C3BB-A45005E7FF3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161739" y="2921166"/>
                    <a:ext cx="820521" cy="1015596"/>
                  </a:xfrm>
                  <a:custGeom>
                    <a:avLst/>
                    <a:gdLst>
                      <a:gd name="connsiteX0" fmla="*/ 820522 w 820521"/>
                      <a:gd name="connsiteY0" fmla="*/ 898858 h 1015596"/>
                      <a:gd name="connsiteX1" fmla="*/ 820522 w 820521"/>
                      <a:gd name="connsiteY1" fmla="*/ 1005436 h 1015596"/>
                      <a:gd name="connsiteX2" fmla="*/ 810362 w 820521"/>
                      <a:gd name="connsiteY2" fmla="*/ 1015596 h 1015596"/>
                      <a:gd name="connsiteX3" fmla="*/ 655659 w 820521"/>
                      <a:gd name="connsiteY3" fmla="*/ 1015596 h 1015596"/>
                      <a:gd name="connsiteX4" fmla="*/ 655659 w 820521"/>
                      <a:gd name="connsiteY4" fmla="*/ 995276 h 1015596"/>
                      <a:gd name="connsiteX5" fmla="*/ 800202 w 820521"/>
                      <a:gd name="connsiteY5" fmla="*/ 995276 h 1015596"/>
                      <a:gd name="connsiteX6" fmla="*/ 800202 w 820521"/>
                      <a:gd name="connsiteY6" fmla="*/ 909018 h 1015596"/>
                      <a:gd name="connsiteX7" fmla="*/ 20320 w 820521"/>
                      <a:gd name="connsiteY7" fmla="*/ 909018 h 1015596"/>
                      <a:gd name="connsiteX8" fmla="*/ 20320 w 820521"/>
                      <a:gd name="connsiteY8" fmla="*/ 995276 h 1015596"/>
                      <a:gd name="connsiteX9" fmla="*/ 516941 w 820521"/>
                      <a:gd name="connsiteY9" fmla="*/ 995276 h 1015596"/>
                      <a:gd name="connsiteX10" fmla="*/ 516941 w 820521"/>
                      <a:gd name="connsiteY10" fmla="*/ 1015596 h 1015596"/>
                      <a:gd name="connsiteX11" fmla="*/ 10160 w 820521"/>
                      <a:gd name="connsiteY11" fmla="*/ 1015596 h 1015596"/>
                      <a:gd name="connsiteX12" fmla="*/ 0 w 820521"/>
                      <a:gd name="connsiteY12" fmla="*/ 1005436 h 1015596"/>
                      <a:gd name="connsiteX13" fmla="*/ 0 w 820521"/>
                      <a:gd name="connsiteY13" fmla="*/ 898858 h 1015596"/>
                      <a:gd name="connsiteX14" fmla="*/ 10160 w 820521"/>
                      <a:gd name="connsiteY14" fmla="*/ 888698 h 1015596"/>
                      <a:gd name="connsiteX15" fmla="*/ 54661 w 820521"/>
                      <a:gd name="connsiteY15" fmla="*/ 888698 h 1015596"/>
                      <a:gd name="connsiteX16" fmla="*/ 89645 w 820521"/>
                      <a:gd name="connsiteY16" fmla="*/ 817849 h 1015596"/>
                      <a:gd name="connsiteX17" fmla="*/ 98687 w 820521"/>
                      <a:gd name="connsiteY17" fmla="*/ 812193 h 1015596"/>
                      <a:gd name="connsiteX18" fmla="*/ 268766 w 820521"/>
                      <a:gd name="connsiteY18" fmla="*/ 812193 h 1015596"/>
                      <a:gd name="connsiteX19" fmla="*/ 268766 w 820521"/>
                      <a:gd name="connsiteY19" fmla="*/ 832513 h 1015596"/>
                      <a:gd name="connsiteX20" fmla="*/ 105021 w 820521"/>
                      <a:gd name="connsiteY20" fmla="*/ 832513 h 1015596"/>
                      <a:gd name="connsiteX21" fmla="*/ 77284 w 820521"/>
                      <a:gd name="connsiteY21" fmla="*/ 888698 h 1015596"/>
                      <a:gd name="connsiteX22" fmla="*/ 743238 w 820521"/>
                      <a:gd name="connsiteY22" fmla="*/ 888698 h 1015596"/>
                      <a:gd name="connsiteX23" fmla="*/ 715501 w 820521"/>
                      <a:gd name="connsiteY23" fmla="*/ 832513 h 1015596"/>
                      <a:gd name="connsiteX24" fmla="*/ 561882 w 820521"/>
                      <a:gd name="connsiteY24" fmla="*/ 832513 h 1015596"/>
                      <a:gd name="connsiteX25" fmla="*/ 561882 w 820521"/>
                      <a:gd name="connsiteY25" fmla="*/ 858015 h 1015596"/>
                      <a:gd name="connsiteX26" fmla="*/ 541562 w 820521"/>
                      <a:gd name="connsiteY26" fmla="*/ 858015 h 1015596"/>
                      <a:gd name="connsiteX27" fmla="*/ 541562 w 820521"/>
                      <a:gd name="connsiteY27" fmla="*/ 822353 h 1015596"/>
                      <a:gd name="connsiteX28" fmla="*/ 551722 w 820521"/>
                      <a:gd name="connsiteY28" fmla="*/ 812193 h 1015596"/>
                      <a:gd name="connsiteX29" fmla="*/ 721834 w 820521"/>
                      <a:gd name="connsiteY29" fmla="*/ 812193 h 1015596"/>
                      <a:gd name="connsiteX30" fmla="*/ 730944 w 820521"/>
                      <a:gd name="connsiteY30" fmla="*/ 817849 h 1015596"/>
                      <a:gd name="connsiteX31" fmla="*/ 765861 w 820521"/>
                      <a:gd name="connsiteY31" fmla="*/ 888698 h 1015596"/>
                      <a:gd name="connsiteX32" fmla="*/ 810328 w 820521"/>
                      <a:gd name="connsiteY32" fmla="*/ 888698 h 1015596"/>
                      <a:gd name="connsiteX33" fmla="*/ 820522 w 820521"/>
                      <a:gd name="connsiteY33" fmla="*/ 898824 h 1015596"/>
                      <a:gd name="connsiteX34" fmla="*/ 820522 w 820521"/>
                      <a:gd name="connsiteY34" fmla="*/ 898858 h 1015596"/>
                      <a:gd name="connsiteX35" fmla="*/ 298975 w 820521"/>
                      <a:gd name="connsiteY35" fmla="*/ 783102 h 1015596"/>
                      <a:gd name="connsiteX36" fmla="*/ 312301 w 820521"/>
                      <a:gd name="connsiteY36" fmla="*/ 777730 h 1015596"/>
                      <a:gd name="connsiteX37" fmla="*/ 310557 w 820521"/>
                      <a:gd name="connsiteY37" fmla="*/ 767015 h 1015596"/>
                      <a:gd name="connsiteX38" fmla="*/ 277334 w 820521"/>
                      <a:gd name="connsiteY38" fmla="*/ 678962 h 1015596"/>
                      <a:gd name="connsiteX39" fmla="*/ 410430 w 820521"/>
                      <a:gd name="connsiteY39" fmla="*/ 431735 h 1015596"/>
                      <a:gd name="connsiteX40" fmla="*/ 520294 w 820521"/>
                      <a:gd name="connsiteY40" fmla="*/ 604828 h 1015596"/>
                      <a:gd name="connsiteX41" fmla="*/ 538615 w 820521"/>
                      <a:gd name="connsiteY41" fmla="*/ 595988 h 1015596"/>
                      <a:gd name="connsiteX42" fmla="*/ 418457 w 820521"/>
                      <a:gd name="connsiteY42" fmla="*/ 408672 h 1015596"/>
                      <a:gd name="connsiteX43" fmla="*/ 404202 w 820521"/>
                      <a:gd name="connsiteY43" fmla="*/ 406874 h 1015596"/>
                      <a:gd name="connsiteX44" fmla="*/ 402404 w 820521"/>
                      <a:gd name="connsiteY44" fmla="*/ 408672 h 1015596"/>
                      <a:gd name="connsiteX45" fmla="*/ 257014 w 820521"/>
                      <a:gd name="connsiteY45" fmla="*/ 678894 h 1015596"/>
                      <a:gd name="connsiteX46" fmla="*/ 272931 w 820521"/>
                      <a:gd name="connsiteY46" fmla="*/ 746864 h 1015596"/>
                      <a:gd name="connsiteX47" fmla="*/ 144407 w 820521"/>
                      <a:gd name="connsiteY47" fmla="*/ 519043 h 1015596"/>
                      <a:gd name="connsiteX48" fmla="*/ 410261 w 820521"/>
                      <a:gd name="connsiteY48" fmla="*/ 26927 h 1015596"/>
                      <a:gd name="connsiteX49" fmla="*/ 676284 w 820521"/>
                      <a:gd name="connsiteY49" fmla="*/ 519179 h 1015596"/>
                      <a:gd name="connsiteX50" fmla="*/ 513723 w 820521"/>
                      <a:gd name="connsiteY50" fmla="*/ 764306 h 1015596"/>
                      <a:gd name="connsiteX51" fmla="*/ 521648 w 820521"/>
                      <a:gd name="connsiteY51" fmla="*/ 783034 h 1015596"/>
                      <a:gd name="connsiteX52" fmla="*/ 696536 w 820521"/>
                      <a:gd name="connsiteY52" fmla="*/ 519179 h 1015596"/>
                      <a:gd name="connsiteX53" fmla="*/ 418220 w 820521"/>
                      <a:gd name="connsiteY53" fmla="*/ 3931 h 1015596"/>
                      <a:gd name="connsiteX54" fmla="*/ 403965 w 820521"/>
                      <a:gd name="connsiteY54" fmla="*/ 2134 h 1015596"/>
                      <a:gd name="connsiteX55" fmla="*/ 402167 w 820521"/>
                      <a:gd name="connsiteY55" fmla="*/ 3931 h 1015596"/>
                      <a:gd name="connsiteX56" fmla="*/ 123850 w 820521"/>
                      <a:gd name="connsiteY56" fmla="*/ 519179 h 1015596"/>
                      <a:gd name="connsiteX57" fmla="*/ 298806 w 820521"/>
                      <a:gd name="connsiteY57" fmla="*/ 783102 h 10155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</a:cxnLst>
                    <a:rect l="l" t="t" r="r" b="b"/>
                    <a:pathLst>
                      <a:path w="820521" h="1015596">
                        <a:moveTo>
                          <a:pt x="820522" y="898858"/>
                        </a:moveTo>
                        <a:lnTo>
                          <a:pt x="820522" y="1005436"/>
                        </a:lnTo>
                        <a:cubicBezTo>
                          <a:pt x="820522" y="1011048"/>
                          <a:pt x="815973" y="1015596"/>
                          <a:pt x="810362" y="1015596"/>
                        </a:cubicBezTo>
                        <a:lnTo>
                          <a:pt x="655659" y="1015596"/>
                        </a:lnTo>
                        <a:lnTo>
                          <a:pt x="655659" y="995276"/>
                        </a:lnTo>
                        <a:lnTo>
                          <a:pt x="800202" y="995276"/>
                        </a:lnTo>
                        <a:lnTo>
                          <a:pt x="800202" y="909018"/>
                        </a:lnTo>
                        <a:lnTo>
                          <a:pt x="20320" y="909018"/>
                        </a:lnTo>
                        <a:lnTo>
                          <a:pt x="20320" y="995276"/>
                        </a:lnTo>
                        <a:lnTo>
                          <a:pt x="516941" y="995276"/>
                        </a:lnTo>
                        <a:lnTo>
                          <a:pt x="516941" y="1015596"/>
                        </a:lnTo>
                        <a:lnTo>
                          <a:pt x="10160" y="1015596"/>
                        </a:lnTo>
                        <a:cubicBezTo>
                          <a:pt x="4549" y="1015596"/>
                          <a:pt x="0" y="1011048"/>
                          <a:pt x="0" y="1005436"/>
                        </a:cubicBezTo>
                        <a:lnTo>
                          <a:pt x="0" y="898858"/>
                        </a:lnTo>
                        <a:cubicBezTo>
                          <a:pt x="0" y="893246"/>
                          <a:pt x="4549" y="888698"/>
                          <a:pt x="10160" y="888698"/>
                        </a:cubicBezTo>
                        <a:lnTo>
                          <a:pt x="54661" y="888698"/>
                        </a:lnTo>
                        <a:lnTo>
                          <a:pt x="89645" y="817849"/>
                        </a:lnTo>
                        <a:cubicBezTo>
                          <a:pt x="91348" y="814405"/>
                          <a:pt x="94847" y="812217"/>
                          <a:pt x="98687" y="812193"/>
                        </a:cubicBezTo>
                        <a:lnTo>
                          <a:pt x="268766" y="812193"/>
                        </a:lnTo>
                        <a:lnTo>
                          <a:pt x="268766" y="832513"/>
                        </a:lnTo>
                        <a:lnTo>
                          <a:pt x="105021" y="832513"/>
                        </a:lnTo>
                        <a:lnTo>
                          <a:pt x="77284" y="888698"/>
                        </a:lnTo>
                        <a:lnTo>
                          <a:pt x="743238" y="888698"/>
                        </a:lnTo>
                        <a:lnTo>
                          <a:pt x="715501" y="832513"/>
                        </a:lnTo>
                        <a:lnTo>
                          <a:pt x="561882" y="832513"/>
                        </a:lnTo>
                        <a:lnTo>
                          <a:pt x="561882" y="858015"/>
                        </a:lnTo>
                        <a:lnTo>
                          <a:pt x="541562" y="858015"/>
                        </a:lnTo>
                        <a:lnTo>
                          <a:pt x="541562" y="822353"/>
                        </a:lnTo>
                        <a:cubicBezTo>
                          <a:pt x="541562" y="816741"/>
                          <a:pt x="546110" y="812193"/>
                          <a:pt x="551722" y="812193"/>
                        </a:cubicBezTo>
                        <a:lnTo>
                          <a:pt x="721834" y="812193"/>
                        </a:lnTo>
                        <a:cubicBezTo>
                          <a:pt x="725698" y="812193"/>
                          <a:pt x="729231" y="814384"/>
                          <a:pt x="730944" y="817849"/>
                        </a:cubicBezTo>
                        <a:lnTo>
                          <a:pt x="765861" y="888698"/>
                        </a:lnTo>
                        <a:lnTo>
                          <a:pt x="810328" y="888698"/>
                        </a:lnTo>
                        <a:cubicBezTo>
                          <a:pt x="815939" y="888678"/>
                          <a:pt x="820501" y="893212"/>
                          <a:pt x="820522" y="898824"/>
                        </a:cubicBezTo>
                        <a:cubicBezTo>
                          <a:pt x="820522" y="898834"/>
                          <a:pt x="820522" y="898848"/>
                          <a:pt x="820522" y="898858"/>
                        </a:cubicBezTo>
                        <a:close/>
                        <a:moveTo>
                          <a:pt x="298975" y="783102"/>
                        </a:moveTo>
                        <a:cubicBezTo>
                          <a:pt x="304140" y="785300"/>
                          <a:pt x="310104" y="782895"/>
                          <a:pt x="312301" y="777730"/>
                        </a:cubicBezTo>
                        <a:cubicBezTo>
                          <a:pt x="313839" y="774120"/>
                          <a:pt x="313158" y="769951"/>
                          <a:pt x="310557" y="767015"/>
                        </a:cubicBezTo>
                        <a:cubicBezTo>
                          <a:pt x="289120" y="742695"/>
                          <a:pt x="277304" y="711382"/>
                          <a:pt x="277334" y="678962"/>
                        </a:cubicBezTo>
                        <a:cubicBezTo>
                          <a:pt x="277334" y="614615"/>
                          <a:pt x="380492" y="471867"/>
                          <a:pt x="410430" y="431735"/>
                        </a:cubicBezTo>
                        <a:cubicBezTo>
                          <a:pt x="431326" y="459709"/>
                          <a:pt x="488019" y="537975"/>
                          <a:pt x="520294" y="604828"/>
                        </a:cubicBezTo>
                        <a:lnTo>
                          <a:pt x="538615" y="595988"/>
                        </a:lnTo>
                        <a:cubicBezTo>
                          <a:pt x="497772" y="511322"/>
                          <a:pt x="421674" y="412804"/>
                          <a:pt x="418457" y="408672"/>
                        </a:cubicBezTo>
                        <a:cubicBezTo>
                          <a:pt x="415016" y="404239"/>
                          <a:pt x="408635" y="403433"/>
                          <a:pt x="404202" y="406874"/>
                        </a:cubicBezTo>
                        <a:cubicBezTo>
                          <a:pt x="403528" y="407395"/>
                          <a:pt x="402925" y="408001"/>
                          <a:pt x="402404" y="408672"/>
                        </a:cubicBezTo>
                        <a:cubicBezTo>
                          <a:pt x="396477" y="416326"/>
                          <a:pt x="257014" y="597241"/>
                          <a:pt x="257014" y="678894"/>
                        </a:cubicBezTo>
                        <a:cubicBezTo>
                          <a:pt x="257007" y="702475"/>
                          <a:pt x="262457" y="725738"/>
                          <a:pt x="272931" y="746864"/>
                        </a:cubicBezTo>
                        <a:cubicBezTo>
                          <a:pt x="193061" y="698757"/>
                          <a:pt x="144276" y="612282"/>
                          <a:pt x="144407" y="519043"/>
                        </a:cubicBezTo>
                        <a:cubicBezTo>
                          <a:pt x="144238" y="386354"/>
                          <a:pt x="364981" y="86972"/>
                          <a:pt x="410261" y="26927"/>
                        </a:cubicBezTo>
                        <a:cubicBezTo>
                          <a:pt x="455541" y="86905"/>
                          <a:pt x="676284" y="386286"/>
                          <a:pt x="676284" y="519179"/>
                        </a:cubicBezTo>
                        <a:cubicBezTo>
                          <a:pt x="676419" y="626174"/>
                          <a:pt x="612340" y="722802"/>
                          <a:pt x="513723" y="764306"/>
                        </a:cubicBezTo>
                        <a:lnTo>
                          <a:pt x="521648" y="783034"/>
                        </a:lnTo>
                        <a:cubicBezTo>
                          <a:pt x="627746" y="738310"/>
                          <a:pt x="696675" y="634319"/>
                          <a:pt x="696536" y="519179"/>
                        </a:cubicBezTo>
                        <a:cubicBezTo>
                          <a:pt x="696536" y="364950"/>
                          <a:pt x="429599" y="18596"/>
                          <a:pt x="418220" y="3931"/>
                        </a:cubicBezTo>
                        <a:cubicBezTo>
                          <a:pt x="414779" y="-502"/>
                          <a:pt x="408398" y="-1306"/>
                          <a:pt x="403965" y="2134"/>
                        </a:cubicBezTo>
                        <a:cubicBezTo>
                          <a:pt x="403291" y="2656"/>
                          <a:pt x="402688" y="3259"/>
                          <a:pt x="402167" y="3931"/>
                        </a:cubicBezTo>
                        <a:cubicBezTo>
                          <a:pt x="390787" y="18596"/>
                          <a:pt x="123850" y="364950"/>
                          <a:pt x="123850" y="519179"/>
                        </a:cubicBezTo>
                        <a:cubicBezTo>
                          <a:pt x="123697" y="634359"/>
                          <a:pt x="192659" y="738388"/>
                          <a:pt x="298806" y="783102"/>
                        </a:cubicBezTo>
                        <a:close/>
                      </a:path>
                    </a:pathLst>
                  </a:custGeom>
                  <a:grpFill/>
                  <a:ln w="336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de-DE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817" name="Rechteck 1816">
                  <a:extLst>
                    <a:ext uri="{FF2B5EF4-FFF2-40B4-BE49-F238E27FC236}">
                      <a16:creationId xmlns:a16="http://schemas.microsoft.com/office/drawing/2014/main" id="{584D5632-CB71-0E5D-0FD3-B8895C7F90CF}"/>
                    </a:ext>
                  </a:extLst>
                </p:cNvPr>
                <p:cNvSpPr/>
                <p:nvPr/>
              </p:nvSpPr>
              <p:spPr>
                <a:xfrm>
                  <a:off x="3607366" y="1982624"/>
                  <a:ext cx="797945" cy="1053557"/>
                </a:xfrm>
                <a:prstGeom prst="rect">
                  <a:avLst/>
                </a:prstGeom>
                <a:noFill/>
                <a:ln w="952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lIns="108000" tIns="108000" rIns="108000" bIns="108000" rtlCol="0" anchor="ctr"/>
                <a:lstStyle/>
                <a:p>
                  <a:pPr marL="180000" marR="0" lvl="0" indent="-180000" defTabSz="914400" eaLnBrk="1" fontAlgn="auto" latinLnBrk="0" hangingPunct="1">
                    <a:lnSpc>
                      <a:spcPts val="196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179C7D"/>
                    </a:buClr>
                    <a:buSzTx/>
                    <a:buFont typeface="Wingdings" panose="05000000000000000000" pitchFamily="2" charset="2"/>
                    <a:buChar char="§"/>
                    <a:tabLst/>
                    <a:defRPr/>
                  </a:pPr>
                  <a:endParaRPr kumimoji="0" 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18" name="Rechteck 1817">
                  <a:extLst>
                    <a:ext uri="{FF2B5EF4-FFF2-40B4-BE49-F238E27FC236}">
                      <a16:creationId xmlns:a16="http://schemas.microsoft.com/office/drawing/2014/main" id="{1E788F68-714B-74FE-89DB-73F5121ECD2C}"/>
                    </a:ext>
                  </a:extLst>
                </p:cNvPr>
                <p:cNvSpPr/>
                <p:nvPr/>
              </p:nvSpPr>
              <p:spPr>
                <a:xfrm>
                  <a:off x="4405311" y="2642503"/>
                  <a:ext cx="142873" cy="393678"/>
                </a:xfrm>
                <a:prstGeom prst="rect">
                  <a:avLst/>
                </a:prstGeom>
                <a:noFill/>
                <a:ln w="952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lIns="108000" tIns="108000" rIns="108000" bIns="108000" rtlCol="0" anchor="ctr"/>
                <a:lstStyle/>
                <a:p>
                  <a:pPr marL="180000" marR="0" lvl="0" indent="-180000" defTabSz="914400" eaLnBrk="1" fontAlgn="auto" latinLnBrk="0" hangingPunct="1">
                    <a:lnSpc>
                      <a:spcPts val="196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179C7D"/>
                    </a:buClr>
                    <a:buSzTx/>
                    <a:buFont typeface="Wingdings" panose="05000000000000000000" pitchFamily="2" charset="2"/>
                    <a:buChar char="§"/>
                    <a:tabLst/>
                    <a:defRPr/>
                  </a:pPr>
                  <a:endParaRPr kumimoji="0" 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19" name="Rechteck 1818">
                  <a:extLst>
                    <a:ext uri="{FF2B5EF4-FFF2-40B4-BE49-F238E27FC236}">
                      <a16:creationId xmlns:a16="http://schemas.microsoft.com/office/drawing/2014/main" id="{985FE8CC-52DD-68F4-5215-2DCFC246F4C0}"/>
                    </a:ext>
                  </a:extLst>
                </p:cNvPr>
                <p:cNvSpPr/>
                <p:nvPr/>
              </p:nvSpPr>
              <p:spPr>
                <a:xfrm>
                  <a:off x="4492531" y="2709520"/>
                  <a:ext cx="45719" cy="259643"/>
                </a:xfrm>
                <a:prstGeom prst="rect">
                  <a:avLst/>
                </a:prstGeom>
                <a:noFill/>
                <a:ln w="952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lIns="108000" tIns="108000" rIns="108000" bIns="108000" rtlCol="0" anchor="ctr"/>
                <a:lstStyle/>
                <a:p>
                  <a:pPr marL="180000" marR="0" lvl="0" indent="-180000" defTabSz="914400" eaLnBrk="1" fontAlgn="auto" latinLnBrk="0" hangingPunct="1">
                    <a:lnSpc>
                      <a:spcPts val="196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179C7D"/>
                    </a:buClr>
                    <a:buSzTx/>
                    <a:buFont typeface="Wingdings" panose="05000000000000000000" pitchFamily="2" charset="2"/>
                    <a:buChar char="§"/>
                    <a:tabLst/>
                    <a:defRPr/>
                  </a:pPr>
                  <a:endParaRPr kumimoji="0" 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826" name="Textfeld 1825">
                <a:extLst>
                  <a:ext uri="{FF2B5EF4-FFF2-40B4-BE49-F238E27FC236}">
                    <a16:creationId xmlns:a16="http://schemas.microsoft.com/office/drawing/2014/main" id="{BB52D5E3-4D97-CC85-E11F-1D3FCC16189C}"/>
                  </a:ext>
                </a:extLst>
              </p:cNvPr>
              <p:cNvSpPr txBox="1"/>
              <p:nvPr/>
            </p:nvSpPr>
            <p:spPr>
              <a:xfrm>
                <a:off x="5233163" y="-1182090"/>
                <a:ext cx="1349701" cy="6024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CHP</a:t>
                </a:r>
              </a:p>
            </p:txBody>
          </p:sp>
          <p:sp>
            <p:nvSpPr>
              <p:cNvPr id="1827" name="Textfeld 1826">
                <a:extLst>
                  <a:ext uri="{FF2B5EF4-FFF2-40B4-BE49-F238E27FC236}">
                    <a16:creationId xmlns:a16="http://schemas.microsoft.com/office/drawing/2014/main" id="{F2D6E958-B86D-FB64-0886-227E5369F3A2}"/>
                  </a:ext>
                </a:extLst>
              </p:cNvPr>
              <p:cNvSpPr txBox="1"/>
              <p:nvPr/>
            </p:nvSpPr>
            <p:spPr>
              <a:xfrm>
                <a:off x="5081978" y="-532808"/>
                <a:ext cx="1071750" cy="6024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Boiler</a:t>
                </a:r>
              </a:p>
            </p:txBody>
          </p:sp>
          <p:cxnSp>
            <p:nvCxnSpPr>
              <p:cNvPr id="1828" name="Gerader Verbinder 1827">
                <a:extLst>
                  <a:ext uri="{FF2B5EF4-FFF2-40B4-BE49-F238E27FC236}">
                    <a16:creationId xmlns:a16="http://schemas.microsoft.com/office/drawing/2014/main" id="{2CC520F0-75B8-E3C5-F4C7-01DA59C0CD9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610672" y="-903061"/>
                <a:ext cx="456015" cy="375740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829" name="Gerader Verbinder 1828">
                <a:extLst>
                  <a:ext uri="{FF2B5EF4-FFF2-40B4-BE49-F238E27FC236}">
                    <a16:creationId xmlns:a16="http://schemas.microsoft.com/office/drawing/2014/main" id="{9593520B-67DD-7506-C92B-4A1A7A6B55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604322" y="-845911"/>
                <a:ext cx="454837" cy="375794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830" name="Gerader Verbinder 1829">
                <a:extLst>
                  <a:ext uri="{FF2B5EF4-FFF2-40B4-BE49-F238E27FC236}">
                    <a16:creationId xmlns:a16="http://schemas.microsoft.com/office/drawing/2014/main" id="{205EF7DD-3F59-FC37-E97F-C4C5C5CAC1D5}"/>
                  </a:ext>
                </a:extLst>
              </p:cNvPr>
              <p:cNvCxnSpPr>
                <a:cxnSpLocks/>
                <a:endCxn id="1814" idx="3"/>
              </p:cNvCxnSpPr>
              <p:nvPr/>
            </p:nvCxnSpPr>
            <p:spPr>
              <a:xfrm flipH="1">
                <a:off x="6613534" y="-416193"/>
                <a:ext cx="445625" cy="211778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831" name="Gerader Verbinder 1830">
                <a:extLst>
                  <a:ext uri="{FF2B5EF4-FFF2-40B4-BE49-F238E27FC236}">
                    <a16:creationId xmlns:a16="http://schemas.microsoft.com/office/drawing/2014/main" id="{80E7D52D-50D2-3674-D8CA-39285C05AC1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07497" y="-386957"/>
                <a:ext cx="487334" cy="236371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832" name="Gerader Verbinder 1831">
                <a:extLst>
                  <a:ext uri="{FF2B5EF4-FFF2-40B4-BE49-F238E27FC236}">
                    <a16:creationId xmlns:a16="http://schemas.microsoft.com/office/drawing/2014/main" id="{E0230287-1ED1-7136-0391-FBCFD3190202}"/>
                  </a:ext>
                </a:extLst>
              </p:cNvPr>
              <p:cNvCxnSpPr>
                <a:cxnSpLocks/>
                <a:stCxn id="1799" idx="2"/>
              </p:cNvCxnSpPr>
              <p:nvPr/>
            </p:nvCxnSpPr>
            <p:spPr>
              <a:xfrm flipH="1" flipV="1">
                <a:off x="7074400" y="-445989"/>
                <a:ext cx="415580" cy="100428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833" name="Gerader Verbinder 1832">
                <a:extLst>
                  <a:ext uri="{FF2B5EF4-FFF2-40B4-BE49-F238E27FC236}">
                    <a16:creationId xmlns:a16="http://schemas.microsoft.com/office/drawing/2014/main" id="{9F048415-8C13-5C89-D273-D56EE5D40F28}"/>
                  </a:ext>
                </a:extLst>
              </p:cNvPr>
              <p:cNvCxnSpPr>
                <a:cxnSpLocks/>
                <a:stCxn id="1800" idx="2"/>
              </p:cNvCxnSpPr>
              <p:nvPr/>
            </p:nvCxnSpPr>
            <p:spPr>
              <a:xfrm flipH="1">
                <a:off x="7072724" y="-602166"/>
                <a:ext cx="417256" cy="144058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834" name="Ellipse 1833">
                <a:extLst>
                  <a:ext uri="{FF2B5EF4-FFF2-40B4-BE49-F238E27FC236}">
                    <a16:creationId xmlns:a16="http://schemas.microsoft.com/office/drawing/2014/main" id="{695FFA37-9556-B2DF-8B19-63AA2C30BBA0}"/>
                  </a:ext>
                </a:extLst>
              </p:cNvPr>
              <p:cNvSpPr/>
              <p:nvPr/>
            </p:nvSpPr>
            <p:spPr>
              <a:xfrm>
                <a:off x="6911408" y="-632246"/>
                <a:ext cx="432000" cy="43200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835" name="Textfeld 1834">
            <a:extLst>
              <a:ext uri="{FF2B5EF4-FFF2-40B4-BE49-F238E27FC236}">
                <a16:creationId xmlns:a16="http://schemas.microsoft.com/office/drawing/2014/main" id="{FA300CB7-6F7C-2D0C-8BB3-0F8C5C58FDCD}"/>
              </a:ext>
            </a:extLst>
          </p:cNvPr>
          <p:cNvSpPr txBox="1"/>
          <p:nvPr/>
        </p:nvSpPr>
        <p:spPr>
          <a:xfrm rot="16200000">
            <a:off x="1989922" y="2157506"/>
            <a:ext cx="48199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Heat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losses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Spatial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</a:t>
            </a:r>
            <a:endParaRPr lang="de-DE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36" name="Textfeld 1835">
            <a:extLst>
              <a:ext uri="{FF2B5EF4-FFF2-40B4-BE49-F238E27FC236}">
                <a16:creationId xmlns:a16="http://schemas.microsoft.com/office/drawing/2014/main" id="{77967665-251D-D242-9568-F70941FA4086}"/>
              </a:ext>
            </a:extLst>
          </p:cNvPr>
          <p:cNvSpPr txBox="1"/>
          <p:nvPr/>
        </p:nvSpPr>
        <p:spPr>
          <a:xfrm rot="16200000">
            <a:off x="6527742" y="2008995"/>
            <a:ext cx="4846095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delay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Pressure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drop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algn="ctr">
              <a:spcAft>
                <a:spcPts val="600"/>
              </a:spcAft>
            </a:pP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Temperature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gradient</a:t>
            </a:r>
            <a:endParaRPr lang="de-DE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37" name="Textfeld 1836">
            <a:extLst>
              <a:ext uri="{FF2B5EF4-FFF2-40B4-BE49-F238E27FC236}">
                <a16:creationId xmlns:a16="http://schemas.microsoft.com/office/drawing/2014/main" id="{1817FE81-A7B7-BAEE-F5B3-090C05D99AA5}"/>
              </a:ext>
            </a:extLst>
          </p:cNvPr>
          <p:cNvSpPr txBox="1"/>
          <p:nvPr/>
        </p:nvSpPr>
        <p:spPr>
          <a:xfrm>
            <a:off x="356494" y="3811586"/>
            <a:ext cx="34041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losses,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spatial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</a:t>
            </a:r>
            <a:endParaRPr lang="de-DE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38" name="Textfeld 1837">
            <a:extLst>
              <a:ext uri="{FF2B5EF4-FFF2-40B4-BE49-F238E27FC236}">
                <a16:creationId xmlns:a16="http://schemas.microsoft.com/office/drawing/2014/main" id="{A498DC1A-B4CB-685A-B9D4-220ACC6CD2DB}"/>
              </a:ext>
            </a:extLst>
          </p:cNvPr>
          <p:cNvSpPr txBox="1"/>
          <p:nvPr/>
        </p:nvSpPr>
        <p:spPr>
          <a:xfrm>
            <a:off x="4348536" y="3608055"/>
            <a:ext cx="36518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Aggregated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zone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demand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steady-state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losses</a:t>
            </a:r>
          </a:p>
        </p:txBody>
      </p:sp>
      <p:grpSp>
        <p:nvGrpSpPr>
          <p:cNvPr id="1934" name="Gruppieren 1933">
            <a:extLst>
              <a:ext uri="{FF2B5EF4-FFF2-40B4-BE49-F238E27FC236}">
                <a16:creationId xmlns:a16="http://schemas.microsoft.com/office/drawing/2014/main" id="{F0BAE0B3-7881-047F-5869-91EA80B567FD}"/>
              </a:ext>
            </a:extLst>
          </p:cNvPr>
          <p:cNvGrpSpPr/>
          <p:nvPr/>
        </p:nvGrpSpPr>
        <p:grpSpPr>
          <a:xfrm>
            <a:off x="9382239" y="1224998"/>
            <a:ext cx="2692978" cy="2398603"/>
            <a:chOff x="9360466" y="-1285393"/>
            <a:chExt cx="3327587" cy="3999013"/>
          </a:xfrm>
        </p:grpSpPr>
        <p:grpSp>
          <p:nvGrpSpPr>
            <p:cNvPr id="1656" name="Gruppieren 1655">
              <a:extLst>
                <a:ext uri="{FF2B5EF4-FFF2-40B4-BE49-F238E27FC236}">
                  <a16:creationId xmlns:a16="http://schemas.microsoft.com/office/drawing/2014/main" id="{87566E86-BA45-5BBB-C93A-E7B640CB9B15}"/>
                </a:ext>
              </a:extLst>
            </p:cNvPr>
            <p:cNvGrpSpPr/>
            <p:nvPr/>
          </p:nvGrpSpPr>
          <p:grpSpPr>
            <a:xfrm rot="2428809">
              <a:off x="10670943" y="1544148"/>
              <a:ext cx="247875" cy="44728"/>
              <a:chOff x="11853452" y="1493182"/>
              <a:chExt cx="316409" cy="35121"/>
            </a:xfrm>
          </p:grpSpPr>
          <p:cxnSp>
            <p:nvCxnSpPr>
              <p:cNvPr id="1657" name="Gerader Verbinder 1656">
                <a:extLst>
                  <a:ext uri="{FF2B5EF4-FFF2-40B4-BE49-F238E27FC236}">
                    <a16:creationId xmlns:a16="http://schemas.microsoft.com/office/drawing/2014/main" id="{712E20B4-9524-D15B-CAB7-1C81B1067A4D}"/>
                  </a:ext>
                </a:extLst>
              </p:cNvPr>
              <p:cNvCxnSpPr>
                <a:cxnSpLocks/>
              </p:cNvCxnSpPr>
              <p:nvPr/>
            </p:nvCxnSpPr>
            <p:spPr>
              <a:xfrm rot="19171191" flipH="1" flipV="1">
                <a:off x="11853452" y="1493182"/>
                <a:ext cx="277475" cy="8849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58" name="Gerader Verbinder 1657">
                <a:extLst>
                  <a:ext uri="{FF2B5EF4-FFF2-40B4-BE49-F238E27FC236}">
                    <a16:creationId xmlns:a16="http://schemas.microsoft.com/office/drawing/2014/main" id="{1F5AA7D5-8347-D950-E1B2-133CFE8B80DB}"/>
                  </a:ext>
                </a:extLst>
              </p:cNvPr>
              <p:cNvCxnSpPr>
                <a:cxnSpLocks/>
              </p:cNvCxnSpPr>
              <p:nvPr/>
            </p:nvCxnSpPr>
            <p:spPr>
              <a:xfrm rot="19171191" flipH="1" flipV="1">
                <a:off x="11902195" y="1527857"/>
                <a:ext cx="267666" cy="446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659" name="Gruppieren 1658">
              <a:extLst>
                <a:ext uri="{FF2B5EF4-FFF2-40B4-BE49-F238E27FC236}">
                  <a16:creationId xmlns:a16="http://schemas.microsoft.com/office/drawing/2014/main" id="{02995AD4-DA20-D120-FBBB-5F7E04B55FB2}"/>
                </a:ext>
              </a:extLst>
            </p:cNvPr>
            <p:cNvGrpSpPr/>
            <p:nvPr/>
          </p:nvGrpSpPr>
          <p:grpSpPr>
            <a:xfrm rot="2226036">
              <a:off x="9395713" y="1949115"/>
              <a:ext cx="1175526" cy="719040"/>
              <a:chOff x="11667674" y="1275974"/>
              <a:chExt cx="425869" cy="576527"/>
            </a:xfrm>
          </p:grpSpPr>
          <p:cxnSp>
            <p:nvCxnSpPr>
              <p:cNvPr id="1660" name="Gerader Verbinder 1659">
                <a:extLst>
                  <a:ext uri="{FF2B5EF4-FFF2-40B4-BE49-F238E27FC236}">
                    <a16:creationId xmlns:a16="http://schemas.microsoft.com/office/drawing/2014/main" id="{04B9D3BD-D325-C67B-F653-95F37FFAD5AA}"/>
                  </a:ext>
                </a:extLst>
              </p:cNvPr>
              <p:cNvCxnSpPr>
                <a:cxnSpLocks/>
                <a:stCxn id="1886" idx="1"/>
              </p:cNvCxnSpPr>
              <p:nvPr/>
            </p:nvCxnSpPr>
            <p:spPr>
              <a:xfrm rot="19373964" flipH="1" flipV="1">
                <a:off x="11671599" y="1275974"/>
                <a:ext cx="391322" cy="505093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61" name="Gerader Verbinder 1660">
                <a:extLst>
                  <a:ext uri="{FF2B5EF4-FFF2-40B4-BE49-F238E27FC236}">
                    <a16:creationId xmlns:a16="http://schemas.microsoft.com/office/drawing/2014/main" id="{7A947E65-D2EF-A901-8F9C-846A03BEC319}"/>
                  </a:ext>
                </a:extLst>
              </p:cNvPr>
              <p:cNvCxnSpPr>
                <a:cxnSpLocks/>
              </p:cNvCxnSpPr>
              <p:nvPr/>
            </p:nvCxnSpPr>
            <p:spPr>
              <a:xfrm rot="19373964" flipH="1" flipV="1">
                <a:off x="11667674" y="1295381"/>
                <a:ext cx="425869" cy="557120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662" name="Gruppieren 1661">
              <a:extLst>
                <a:ext uri="{FF2B5EF4-FFF2-40B4-BE49-F238E27FC236}">
                  <a16:creationId xmlns:a16="http://schemas.microsoft.com/office/drawing/2014/main" id="{79702D3D-4F9A-3B10-C95E-3B550B5F116E}"/>
                </a:ext>
              </a:extLst>
            </p:cNvPr>
            <p:cNvGrpSpPr/>
            <p:nvPr/>
          </p:nvGrpSpPr>
          <p:grpSpPr>
            <a:xfrm rot="20245690">
              <a:off x="10478293" y="2060705"/>
              <a:ext cx="538168" cy="480817"/>
              <a:chOff x="11650725" y="1445569"/>
              <a:chExt cx="487334" cy="265607"/>
            </a:xfrm>
          </p:grpSpPr>
          <p:cxnSp>
            <p:nvCxnSpPr>
              <p:cNvPr id="1663" name="Gerader Verbinder 1662">
                <a:extLst>
                  <a:ext uri="{FF2B5EF4-FFF2-40B4-BE49-F238E27FC236}">
                    <a16:creationId xmlns:a16="http://schemas.microsoft.com/office/drawing/2014/main" id="{DEF2DE56-6A4D-94E2-C2C7-428461E8B93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6762" y="1445569"/>
                <a:ext cx="445625" cy="211778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64" name="Gerader Verbinder 1663">
                <a:extLst>
                  <a:ext uri="{FF2B5EF4-FFF2-40B4-BE49-F238E27FC236}">
                    <a16:creationId xmlns:a16="http://schemas.microsoft.com/office/drawing/2014/main" id="{0414D531-AA63-6CE3-C019-4A93715607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0725" y="1474805"/>
                <a:ext cx="487334" cy="236371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665" name="Gruppieren 1664">
              <a:extLst>
                <a:ext uri="{FF2B5EF4-FFF2-40B4-BE49-F238E27FC236}">
                  <a16:creationId xmlns:a16="http://schemas.microsoft.com/office/drawing/2014/main" id="{07354A0C-5F3A-3DF0-D160-8AD6A03A2F2C}"/>
                </a:ext>
              </a:extLst>
            </p:cNvPr>
            <p:cNvGrpSpPr/>
            <p:nvPr/>
          </p:nvGrpSpPr>
          <p:grpSpPr>
            <a:xfrm rot="15187003">
              <a:off x="10883867" y="1958921"/>
              <a:ext cx="538168" cy="480817"/>
              <a:chOff x="11650725" y="1445569"/>
              <a:chExt cx="487334" cy="265607"/>
            </a:xfrm>
          </p:grpSpPr>
          <p:cxnSp>
            <p:nvCxnSpPr>
              <p:cNvPr id="1666" name="Gerader Verbinder 1665">
                <a:extLst>
                  <a:ext uri="{FF2B5EF4-FFF2-40B4-BE49-F238E27FC236}">
                    <a16:creationId xmlns:a16="http://schemas.microsoft.com/office/drawing/2014/main" id="{45D62C82-218A-CEC6-12BF-B04A3020EEE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6762" y="1445569"/>
                <a:ext cx="445625" cy="211778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67" name="Gerader Verbinder 1666">
                <a:extLst>
                  <a:ext uri="{FF2B5EF4-FFF2-40B4-BE49-F238E27FC236}">
                    <a16:creationId xmlns:a16="http://schemas.microsoft.com/office/drawing/2014/main" id="{C6775C39-7DB7-D02D-555B-72220D437D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0725" y="1474805"/>
                <a:ext cx="487334" cy="236371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668" name="Gruppieren 1667">
              <a:extLst>
                <a:ext uri="{FF2B5EF4-FFF2-40B4-BE49-F238E27FC236}">
                  <a16:creationId xmlns:a16="http://schemas.microsoft.com/office/drawing/2014/main" id="{2C50BD8A-39D8-0D52-6EAB-7330E80A0602}"/>
                </a:ext>
              </a:extLst>
            </p:cNvPr>
            <p:cNvGrpSpPr/>
            <p:nvPr/>
          </p:nvGrpSpPr>
          <p:grpSpPr>
            <a:xfrm rot="18481909">
              <a:off x="10721354" y="1663204"/>
              <a:ext cx="381779" cy="338265"/>
              <a:chOff x="11650725" y="1445569"/>
              <a:chExt cx="487334" cy="265607"/>
            </a:xfrm>
          </p:grpSpPr>
          <p:cxnSp>
            <p:nvCxnSpPr>
              <p:cNvPr id="1669" name="Gerader Verbinder 1668">
                <a:extLst>
                  <a:ext uri="{FF2B5EF4-FFF2-40B4-BE49-F238E27FC236}">
                    <a16:creationId xmlns:a16="http://schemas.microsoft.com/office/drawing/2014/main" id="{DE1C54F8-C33E-4245-479E-C6BC9704DD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6762" y="1445569"/>
                <a:ext cx="445625" cy="211778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70" name="Gerader Verbinder 1669">
                <a:extLst>
                  <a:ext uri="{FF2B5EF4-FFF2-40B4-BE49-F238E27FC236}">
                    <a16:creationId xmlns:a16="http://schemas.microsoft.com/office/drawing/2014/main" id="{F81A76BD-8DB8-1B85-07D5-D8A9ABDD1E6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0725" y="1474805"/>
                <a:ext cx="487334" cy="236371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671" name="Gruppieren 1670">
              <a:extLst>
                <a:ext uri="{FF2B5EF4-FFF2-40B4-BE49-F238E27FC236}">
                  <a16:creationId xmlns:a16="http://schemas.microsoft.com/office/drawing/2014/main" id="{BF667BE4-CAEF-3E73-2CE3-B81F1323F942}"/>
                </a:ext>
              </a:extLst>
            </p:cNvPr>
            <p:cNvGrpSpPr/>
            <p:nvPr/>
          </p:nvGrpSpPr>
          <p:grpSpPr>
            <a:xfrm rot="12712320">
              <a:off x="10918514" y="1464713"/>
              <a:ext cx="821764" cy="338265"/>
              <a:chOff x="11650725" y="1445569"/>
              <a:chExt cx="487334" cy="265607"/>
            </a:xfrm>
          </p:grpSpPr>
          <p:cxnSp>
            <p:nvCxnSpPr>
              <p:cNvPr id="1672" name="Gerader Verbinder 1671">
                <a:extLst>
                  <a:ext uri="{FF2B5EF4-FFF2-40B4-BE49-F238E27FC236}">
                    <a16:creationId xmlns:a16="http://schemas.microsoft.com/office/drawing/2014/main" id="{F90C3117-9ED3-0711-C466-81E48371E5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6762" y="1445569"/>
                <a:ext cx="445625" cy="211778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73" name="Gerader Verbinder 1672">
                <a:extLst>
                  <a:ext uri="{FF2B5EF4-FFF2-40B4-BE49-F238E27FC236}">
                    <a16:creationId xmlns:a16="http://schemas.microsoft.com/office/drawing/2014/main" id="{52BD0DDE-D1AD-2934-58B9-108A820C20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0725" y="1474805"/>
                <a:ext cx="487334" cy="236371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674" name="Gruppieren 1673">
              <a:extLst>
                <a:ext uri="{FF2B5EF4-FFF2-40B4-BE49-F238E27FC236}">
                  <a16:creationId xmlns:a16="http://schemas.microsoft.com/office/drawing/2014/main" id="{DAC92045-A08A-1D81-3B3F-962D887FEB7E}"/>
                </a:ext>
              </a:extLst>
            </p:cNvPr>
            <p:cNvGrpSpPr/>
            <p:nvPr/>
          </p:nvGrpSpPr>
          <p:grpSpPr>
            <a:xfrm rot="9248495">
              <a:off x="11580408" y="1366483"/>
              <a:ext cx="559887" cy="338265"/>
              <a:chOff x="11650725" y="1445569"/>
              <a:chExt cx="487334" cy="265607"/>
            </a:xfrm>
          </p:grpSpPr>
          <p:cxnSp>
            <p:nvCxnSpPr>
              <p:cNvPr id="1675" name="Gerader Verbinder 1674">
                <a:extLst>
                  <a:ext uri="{FF2B5EF4-FFF2-40B4-BE49-F238E27FC236}">
                    <a16:creationId xmlns:a16="http://schemas.microsoft.com/office/drawing/2014/main" id="{F416AA3D-971E-C946-C7DD-8515314BBA2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6762" y="1445569"/>
                <a:ext cx="445625" cy="211778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76" name="Gerader Verbinder 1675">
                <a:extLst>
                  <a:ext uri="{FF2B5EF4-FFF2-40B4-BE49-F238E27FC236}">
                    <a16:creationId xmlns:a16="http://schemas.microsoft.com/office/drawing/2014/main" id="{D9932F61-A7BC-3A94-7E76-E9A44D316DC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0725" y="1474805"/>
                <a:ext cx="487334" cy="236371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677" name="Gruppieren 1676">
              <a:extLst>
                <a:ext uri="{FF2B5EF4-FFF2-40B4-BE49-F238E27FC236}">
                  <a16:creationId xmlns:a16="http://schemas.microsoft.com/office/drawing/2014/main" id="{B75A5EDB-3CC3-E178-77CF-D152AC8FA186}"/>
                </a:ext>
              </a:extLst>
            </p:cNvPr>
            <p:cNvGrpSpPr/>
            <p:nvPr/>
          </p:nvGrpSpPr>
          <p:grpSpPr>
            <a:xfrm rot="3507470">
              <a:off x="11458548" y="810779"/>
              <a:ext cx="612753" cy="506229"/>
              <a:chOff x="11650725" y="1341559"/>
              <a:chExt cx="487334" cy="397493"/>
            </a:xfrm>
          </p:grpSpPr>
          <p:cxnSp>
            <p:nvCxnSpPr>
              <p:cNvPr id="1678" name="Gerader Verbinder 1677">
                <a:extLst>
                  <a:ext uri="{FF2B5EF4-FFF2-40B4-BE49-F238E27FC236}">
                    <a16:creationId xmlns:a16="http://schemas.microsoft.com/office/drawing/2014/main" id="{45355F83-B114-240B-79D1-E72DFA61AE9D}"/>
                  </a:ext>
                </a:extLst>
              </p:cNvPr>
              <p:cNvCxnSpPr>
                <a:cxnSpLocks/>
                <a:stCxn id="1881" idx="0"/>
              </p:cNvCxnSpPr>
              <p:nvPr/>
            </p:nvCxnSpPr>
            <p:spPr>
              <a:xfrm rot="18092530" flipH="1" flipV="1">
                <a:off x="11700354" y="1412178"/>
                <a:ext cx="397493" cy="256255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79" name="Gerader Verbinder 1678">
                <a:extLst>
                  <a:ext uri="{FF2B5EF4-FFF2-40B4-BE49-F238E27FC236}">
                    <a16:creationId xmlns:a16="http://schemas.microsoft.com/office/drawing/2014/main" id="{5525E3D0-3C2A-0A5B-55E1-E33EFB75B0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0725" y="1474805"/>
                <a:ext cx="487334" cy="236371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680" name="Gruppieren 1679">
              <a:extLst>
                <a:ext uri="{FF2B5EF4-FFF2-40B4-BE49-F238E27FC236}">
                  <a16:creationId xmlns:a16="http://schemas.microsoft.com/office/drawing/2014/main" id="{2ADB574A-0AE6-3396-2266-8748F8F6B18E}"/>
                </a:ext>
              </a:extLst>
            </p:cNvPr>
            <p:cNvGrpSpPr/>
            <p:nvPr/>
          </p:nvGrpSpPr>
          <p:grpSpPr>
            <a:xfrm rot="9022997">
              <a:off x="9490468" y="283524"/>
              <a:ext cx="484527" cy="338265"/>
              <a:chOff x="11650725" y="1445569"/>
              <a:chExt cx="487334" cy="265607"/>
            </a:xfrm>
          </p:grpSpPr>
          <p:cxnSp>
            <p:nvCxnSpPr>
              <p:cNvPr id="1681" name="Gerader Verbinder 1680">
                <a:extLst>
                  <a:ext uri="{FF2B5EF4-FFF2-40B4-BE49-F238E27FC236}">
                    <a16:creationId xmlns:a16="http://schemas.microsoft.com/office/drawing/2014/main" id="{7933D03C-8733-6C6F-2800-378E972037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6762" y="1445569"/>
                <a:ext cx="445625" cy="211778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82" name="Gerader Verbinder 1681">
                <a:extLst>
                  <a:ext uri="{FF2B5EF4-FFF2-40B4-BE49-F238E27FC236}">
                    <a16:creationId xmlns:a16="http://schemas.microsoft.com/office/drawing/2014/main" id="{5426275E-A454-EB67-4668-A694BC8D88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0725" y="1474805"/>
                <a:ext cx="487334" cy="236371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683" name="Gruppieren 1682">
              <a:extLst>
                <a:ext uri="{FF2B5EF4-FFF2-40B4-BE49-F238E27FC236}">
                  <a16:creationId xmlns:a16="http://schemas.microsoft.com/office/drawing/2014/main" id="{1379C9D4-4D15-EFC0-6E73-210C6E94EF2F}"/>
                </a:ext>
              </a:extLst>
            </p:cNvPr>
            <p:cNvGrpSpPr/>
            <p:nvPr/>
          </p:nvGrpSpPr>
          <p:grpSpPr>
            <a:xfrm rot="1131103">
              <a:off x="9565725" y="612413"/>
              <a:ext cx="809482" cy="75038"/>
              <a:chOff x="11633867" y="1506303"/>
              <a:chExt cx="439569" cy="58920"/>
            </a:xfrm>
          </p:grpSpPr>
          <p:cxnSp>
            <p:nvCxnSpPr>
              <p:cNvPr id="1684" name="Gerader Verbinder 1683">
                <a:extLst>
                  <a:ext uri="{FF2B5EF4-FFF2-40B4-BE49-F238E27FC236}">
                    <a16:creationId xmlns:a16="http://schemas.microsoft.com/office/drawing/2014/main" id="{C10BCAB7-F906-6449-B0F5-D0AC1A4C8707}"/>
                  </a:ext>
                </a:extLst>
              </p:cNvPr>
              <p:cNvCxnSpPr>
                <a:cxnSpLocks/>
                <a:stCxn id="1878" idx="1"/>
              </p:cNvCxnSpPr>
              <p:nvPr/>
            </p:nvCxnSpPr>
            <p:spPr>
              <a:xfrm rot="20468897" flipH="1" flipV="1">
                <a:off x="11640012" y="1506303"/>
                <a:ext cx="433424" cy="6289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85" name="Gerader Verbinder 1684">
                <a:extLst>
                  <a:ext uri="{FF2B5EF4-FFF2-40B4-BE49-F238E27FC236}">
                    <a16:creationId xmlns:a16="http://schemas.microsoft.com/office/drawing/2014/main" id="{12302699-926C-5BDC-1CD6-68F60285DECB}"/>
                  </a:ext>
                </a:extLst>
              </p:cNvPr>
              <p:cNvCxnSpPr>
                <a:cxnSpLocks/>
                <a:stCxn id="1878" idx="2"/>
              </p:cNvCxnSpPr>
              <p:nvPr/>
            </p:nvCxnSpPr>
            <p:spPr>
              <a:xfrm rot="20468897" flipH="1" flipV="1">
                <a:off x="11633867" y="1560352"/>
                <a:ext cx="432812" cy="4871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686" name="Gruppieren 1685">
              <a:extLst>
                <a:ext uri="{FF2B5EF4-FFF2-40B4-BE49-F238E27FC236}">
                  <a16:creationId xmlns:a16="http://schemas.microsoft.com/office/drawing/2014/main" id="{F2DE70E2-2C32-D5D9-1971-76AED1A92303}"/>
                </a:ext>
              </a:extLst>
            </p:cNvPr>
            <p:cNvGrpSpPr/>
            <p:nvPr/>
          </p:nvGrpSpPr>
          <p:grpSpPr>
            <a:xfrm rot="1572010">
              <a:off x="10433568" y="661574"/>
              <a:ext cx="1066992" cy="338265"/>
              <a:chOff x="11650725" y="1445569"/>
              <a:chExt cx="487334" cy="265607"/>
            </a:xfrm>
          </p:grpSpPr>
          <p:cxnSp>
            <p:nvCxnSpPr>
              <p:cNvPr id="1687" name="Gerader Verbinder 1686">
                <a:extLst>
                  <a:ext uri="{FF2B5EF4-FFF2-40B4-BE49-F238E27FC236}">
                    <a16:creationId xmlns:a16="http://schemas.microsoft.com/office/drawing/2014/main" id="{DEEF2EE1-8D04-79DE-8B87-EF6901E834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6762" y="1445569"/>
                <a:ext cx="445625" cy="211778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88" name="Gerader Verbinder 1687">
                <a:extLst>
                  <a:ext uri="{FF2B5EF4-FFF2-40B4-BE49-F238E27FC236}">
                    <a16:creationId xmlns:a16="http://schemas.microsoft.com/office/drawing/2014/main" id="{1C21C580-FE95-78A5-4BC4-0CA80AF8D5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0725" y="1474805"/>
                <a:ext cx="487334" cy="236371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689" name="Gruppieren 1688">
              <a:extLst>
                <a:ext uri="{FF2B5EF4-FFF2-40B4-BE49-F238E27FC236}">
                  <a16:creationId xmlns:a16="http://schemas.microsoft.com/office/drawing/2014/main" id="{08378ED5-6CFB-A4AC-2F7C-705AB42F3CDF}"/>
                </a:ext>
              </a:extLst>
            </p:cNvPr>
            <p:cNvGrpSpPr/>
            <p:nvPr/>
          </p:nvGrpSpPr>
          <p:grpSpPr>
            <a:xfrm rot="19675666">
              <a:off x="11280666" y="410662"/>
              <a:ext cx="749465" cy="338265"/>
              <a:chOff x="11650725" y="1445569"/>
              <a:chExt cx="487334" cy="265607"/>
            </a:xfrm>
          </p:grpSpPr>
          <p:cxnSp>
            <p:nvCxnSpPr>
              <p:cNvPr id="1690" name="Gerader Verbinder 1689">
                <a:extLst>
                  <a:ext uri="{FF2B5EF4-FFF2-40B4-BE49-F238E27FC236}">
                    <a16:creationId xmlns:a16="http://schemas.microsoft.com/office/drawing/2014/main" id="{A30EF63C-7125-A716-49C4-E52C3CF55DD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6762" y="1445569"/>
                <a:ext cx="445625" cy="211778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91" name="Gerader Verbinder 1690">
                <a:extLst>
                  <a:ext uri="{FF2B5EF4-FFF2-40B4-BE49-F238E27FC236}">
                    <a16:creationId xmlns:a16="http://schemas.microsoft.com/office/drawing/2014/main" id="{4DA9240B-F3AC-D28E-AE2B-903C321DD3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0725" y="1474805"/>
                <a:ext cx="487334" cy="236371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692" name="Gruppieren 1691">
              <a:extLst>
                <a:ext uri="{FF2B5EF4-FFF2-40B4-BE49-F238E27FC236}">
                  <a16:creationId xmlns:a16="http://schemas.microsoft.com/office/drawing/2014/main" id="{E83DC5F7-D34A-303C-16DD-34776CB84726}"/>
                </a:ext>
              </a:extLst>
            </p:cNvPr>
            <p:cNvGrpSpPr/>
            <p:nvPr/>
          </p:nvGrpSpPr>
          <p:grpSpPr>
            <a:xfrm rot="17870261">
              <a:off x="11517213" y="-273380"/>
              <a:ext cx="749465" cy="338265"/>
              <a:chOff x="11650725" y="1445569"/>
              <a:chExt cx="487334" cy="265607"/>
            </a:xfrm>
          </p:grpSpPr>
          <p:cxnSp>
            <p:nvCxnSpPr>
              <p:cNvPr id="1693" name="Gerader Verbinder 1692">
                <a:extLst>
                  <a:ext uri="{FF2B5EF4-FFF2-40B4-BE49-F238E27FC236}">
                    <a16:creationId xmlns:a16="http://schemas.microsoft.com/office/drawing/2014/main" id="{7A0523B2-36FE-5225-2FB6-382482B735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6762" y="1445569"/>
                <a:ext cx="445625" cy="211778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94" name="Gerader Verbinder 1693">
                <a:extLst>
                  <a:ext uri="{FF2B5EF4-FFF2-40B4-BE49-F238E27FC236}">
                    <a16:creationId xmlns:a16="http://schemas.microsoft.com/office/drawing/2014/main" id="{4902F210-0BD1-EF6F-838B-FB963ED3F3A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0725" y="1474805"/>
                <a:ext cx="487334" cy="236371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839" name="Gruppieren 1838">
              <a:extLst>
                <a:ext uri="{FF2B5EF4-FFF2-40B4-BE49-F238E27FC236}">
                  <a16:creationId xmlns:a16="http://schemas.microsoft.com/office/drawing/2014/main" id="{B0972774-6BFB-2F33-910A-4A9250506E68}"/>
                </a:ext>
              </a:extLst>
            </p:cNvPr>
            <p:cNvGrpSpPr/>
            <p:nvPr/>
          </p:nvGrpSpPr>
          <p:grpSpPr>
            <a:xfrm>
              <a:off x="12330330" y="-862075"/>
              <a:ext cx="357723" cy="566574"/>
              <a:chOff x="2971800" y="1416050"/>
              <a:chExt cx="357723" cy="566574"/>
            </a:xfrm>
          </p:grpSpPr>
          <p:sp>
            <p:nvSpPr>
              <p:cNvPr id="1840" name="Flussdiagramm: Magnetplattenspeicher 1839">
                <a:extLst>
                  <a:ext uri="{FF2B5EF4-FFF2-40B4-BE49-F238E27FC236}">
                    <a16:creationId xmlns:a16="http://schemas.microsoft.com/office/drawing/2014/main" id="{824F6EA3-64FE-4AA1-B94A-AFEF8B09A84A}"/>
                  </a:ext>
                </a:extLst>
              </p:cNvPr>
              <p:cNvSpPr/>
              <p:nvPr/>
            </p:nvSpPr>
            <p:spPr>
              <a:xfrm>
                <a:off x="2971800" y="1672655"/>
                <a:ext cx="357723" cy="309969"/>
              </a:xfrm>
              <a:prstGeom prst="flowChartMagneticDisk">
                <a:avLst/>
              </a:prstGeom>
              <a:gradFill>
                <a:gsLst>
                  <a:gs pos="30000">
                    <a:srgbClr val="FFFFFF"/>
                  </a:gs>
                  <a:gs pos="100000">
                    <a:srgbClr val="00779A"/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841" name="Flussdiagramm: Magnetplattenspeicher 1840">
                <a:extLst>
                  <a:ext uri="{FF2B5EF4-FFF2-40B4-BE49-F238E27FC236}">
                    <a16:creationId xmlns:a16="http://schemas.microsoft.com/office/drawing/2014/main" id="{349E1153-87FC-E89F-2F3F-3C9E3034A542}"/>
                  </a:ext>
                </a:extLst>
              </p:cNvPr>
              <p:cNvSpPr/>
              <p:nvPr/>
            </p:nvSpPr>
            <p:spPr>
              <a:xfrm>
                <a:off x="2971800" y="1416050"/>
                <a:ext cx="357723" cy="309969"/>
              </a:xfrm>
              <a:prstGeom prst="flowChartMagneticDisk">
                <a:avLst/>
              </a:prstGeom>
              <a:gradFill>
                <a:gsLst>
                  <a:gs pos="13000">
                    <a:srgbClr val="C00000"/>
                  </a:gs>
                  <a:gs pos="100000">
                    <a:srgbClr val="FFFFFF"/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842" name="Ellipse 1841">
                <a:extLst>
                  <a:ext uri="{FF2B5EF4-FFF2-40B4-BE49-F238E27FC236}">
                    <a16:creationId xmlns:a16="http://schemas.microsoft.com/office/drawing/2014/main" id="{4F3B6470-A61D-5999-0E4C-D36271E51269}"/>
                  </a:ext>
                </a:extLst>
              </p:cNvPr>
              <p:cNvSpPr/>
              <p:nvPr/>
            </p:nvSpPr>
            <p:spPr>
              <a:xfrm>
                <a:off x="2971800" y="1416050"/>
                <a:ext cx="357723" cy="95250"/>
              </a:xfrm>
              <a:prstGeom prst="ellips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843" name="Ellipse 1842">
                <a:extLst>
                  <a:ext uri="{FF2B5EF4-FFF2-40B4-BE49-F238E27FC236}">
                    <a16:creationId xmlns:a16="http://schemas.microsoft.com/office/drawing/2014/main" id="{8295D0DC-B256-76A6-EECB-8E3C2E2693F5}"/>
                  </a:ext>
                </a:extLst>
              </p:cNvPr>
              <p:cNvSpPr/>
              <p:nvPr/>
            </p:nvSpPr>
            <p:spPr>
              <a:xfrm>
                <a:off x="2971800" y="1878853"/>
                <a:ext cx="357723" cy="95250"/>
              </a:xfrm>
              <a:prstGeom prst="ellips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cxnSp>
            <p:nvCxnSpPr>
              <p:cNvPr id="1844" name="Gerader Verbinder 1843">
                <a:extLst>
                  <a:ext uri="{FF2B5EF4-FFF2-40B4-BE49-F238E27FC236}">
                    <a16:creationId xmlns:a16="http://schemas.microsoft.com/office/drawing/2014/main" id="{340CB5D8-5BC1-65E6-965F-D2560A2FD2BE}"/>
                  </a:ext>
                </a:extLst>
              </p:cNvPr>
              <p:cNvCxnSpPr>
                <a:stCxn id="1843" idx="2"/>
                <a:endCxn id="1842" idx="2"/>
              </p:cNvCxnSpPr>
              <p:nvPr/>
            </p:nvCxnSpPr>
            <p:spPr>
              <a:xfrm flipV="1">
                <a:off x="2971800" y="1463675"/>
                <a:ext cx="0" cy="462803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845" name="Gerader Verbinder 1844">
                <a:extLst>
                  <a:ext uri="{FF2B5EF4-FFF2-40B4-BE49-F238E27FC236}">
                    <a16:creationId xmlns:a16="http://schemas.microsoft.com/office/drawing/2014/main" id="{DA3C0FDF-BC1F-B9D3-EA8A-D5D6FEBAA2E9}"/>
                  </a:ext>
                </a:extLst>
              </p:cNvPr>
              <p:cNvCxnSpPr>
                <a:cxnSpLocks/>
                <a:stCxn id="1843" idx="6"/>
                <a:endCxn id="1842" idx="6"/>
              </p:cNvCxnSpPr>
              <p:nvPr/>
            </p:nvCxnSpPr>
            <p:spPr>
              <a:xfrm flipV="1">
                <a:off x="3329523" y="1463675"/>
                <a:ext cx="0" cy="462803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846" name="Gerader Verbinder 1845">
                <a:extLst>
                  <a:ext uri="{FF2B5EF4-FFF2-40B4-BE49-F238E27FC236}">
                    <a16:creationId xmlns:a16="http://schemas.microsoft.com/office/drawing/2014/main" id="{5BAECC25-56E9-5F06-1EF4-B8B2F5A30B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15770" y="1481364"/>
                <a:ext cx="0" cy="462803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ysDash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847" name="Rechteck: abgerundete Ecken 1846">
              <a:extLst>
                <a:ext uri="{FF2B5EF4-FFF2-40B4-BE49-F238E27FC236}">
                  <a16:creationId xmlns:a16="http://schemas.microsoft.com/office/drawing/2014/main" id="{738A64D7-54E1-72F1-4DFD-3DF285B91BDF}"/>
                </a:ext>
              </a:extLst>
            </p:cNvPr>
            <p:cNvSpPr/>
            <p:nvPr/>
          </p:nvSpPr>
          <p:spPr>
            <a:xfrm>
              <a:off x="10855205" y="-1151524"/>
              <a:ext cx="589660" cy="367469"/>
            </a:xfrm>
            <a:prstGeom prst="round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1848" name="ee4p_icon_group">
              <a:extLst>
                <a:ext uri="{FF2B5EF4-FFF2-40B4-BE49-F238E27FC236}">
                  <a16:creationId xmlns:a16="http://schemas.microsoft.com/office/drawing/2014/main" id="{02239141-3381-6D4E-2511-FBB6CC5BB15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928882" y="-1207087"/>
              <a:ext cx="469068" cy="469067"/>
              <a:chOff x="4032000" y="2889085"/>
              <a:chExt cx="1080000" cy="1079999"/>
            </a:xfrm>
          </p:grpSpPr>
          <p:grpSp>
            <p:nvGrpSpPr>
              <p:cNvPr id="1849" name="ee4p_icon_frame">
                <a:extLst>
                  <a:ext uri="{FF2B5EF4-FFF2-40B4-BE49-F238E27FC236}">
                    <a16:creationId xmlns:a16="http://schemas.microsoft.com/office/drawing/2014/main" id="{F462929C-B055-2CB8-5436-21BFABD2621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032000" y="2889085"/>
                <a:ext cx="1080000" cy="1079999"/>
                <a:chOff x="4737100" y="1701800"/>
                <a:chExt cx="1098550" cy="1098550"/>
              </a:xfrm>
              <a:solidFill>
                <a:srgbClr val="A6BBC8"/>
              </a:solidFill>
            </p:grpSpPr>
            <p:cxnSp>
              <p:nvCxnSpPr>
                <p:cNvPr id="1851" name="ee4p_icon_frame_top">
                  <a:extLst>
                    <a:ext uri="{FF2B5EF4-FFF2-40B4-BE49-F238E27FC236}">
                      <a16:creationId xmlns:a16="http://schemas.microsoft.com/office/drawing/2014/main" id="{DEDCADFA-DC98-65D1-691A-49502D8B69FC}"/>
                    </a:ext>
                  </a:extLst>
                </p:cNvPr>
                <p:cNvCxnSpPr/>
                <p:nvPr/>
              </p:nvCxnSpPr>
              <p:spPr>
                <a:xfrm>
                  <a:off x="4737100" y="1701800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1852" name="ee4p_icon_frame_bottom">
                  <a:extLst>
                    <a:ext uri="{FF2B5EF4-FFF2-40B4-BE49-F238E27FC236}">
                      <a16:creationId xmlns:a16="http://schemas.microsoft.com/office/drawing/2014/main" id="{E3FC4848-A1D4-3987-1D62-981DCAFD3CD7}"/>
                    </a:ext>
                  </a:extLst>
                </p:cNvPr>
                <p:cNvCxnSpPr/>
                <p:nvPr/>
              </p:nvCxnSpPr>
              <p:spPr>
                <a:xfrm>
                  <a:off x="4737100" y="2800350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1853" name="ee4p_icon_frame_left">
                  <a:extLst>
                    <a:ext uri="{FF2B5EF4-FFF2-40B4-BE49-F238E27FC236}">
                      <a16:creationId xmlns:a16="http://schemas.microsoft.com/office/drawing/2014/main" id="{5C435A37-657B-C6B1-F1B6-CB1C7F576A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187825" y="2251075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1854" name="ee4p_icon_frame_right">
                  <a:extLst>
                    <a:ext uri="{FF2B5EF4-FFF2-40B4-BE49-F238E27FC236}">
                      <a16:creationId xmlns:a16="http://schemas.microsoft.com/office/drawing/2014/main" id="{51D156EB-8CED-049B-D983-1B7977B3BE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5286375" y="2251075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</p:grpSp>
          <p:sp>
            <p:nvSpPr>
              <p:cNvPr id="1850" name="ee4p_icon">
                <a:extLst>
                  <a:ext uri="{FF2B5EF4-FFF2-40B4-BE49-F238E27FC236}">
                    <a16:creationId xmlns:a16="http://schemas.microsoft.com/office/drawing/2014/main" id="{8ABE3CC5-4A8D-FFF7-6FA7-9818E888FAD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064203" y="3104455"/>
                <a:ext cx="1015593" cy="649257"/>
              </a:xfrm>
              <a:custGeom>
                <a:avLst/>
                <a:gdLst>
                  <a:gd name="connsiteX0" fmla="*/ 426754 w 1015593"/>
                  <a:gd name="connsiteY0" fmla="*/ 20320 h 649257"/>
                  <a:gd name="connsiteX1" fmla="*/ 270493 w 1015593"/>
                  <a:gd name="connsiteY1" fmla="*/ 20320 h 649257"/>
                  <a:gd name="connsiteX2" fmla="*/ 270493 w 1015593"/>
                  <a:gd name="connsiteY2" fmla="*/ 0 h 649257"/>
                  <a:gd name="connsiteX3" fmla="*/ 603301 w 1015593"/>
                  <a:gd name="connsiteY3" fmla="*/ 0 h 649257"/>
                  <a:gd name="connsiteX4" fmla="*/ 603301 w 1015593"/>
                  <a:gd name="connsiteY4" fmla="*/ 20320 h 649257"/>
                  <a:gd name="connsiteX5" fmla="*/ 447074 w 1015593"/>
                  <a:gd name="connsiteY5" fmla="*/ 20320 h 649257"/>
                  <a:gd name="connsiteX6" fmla="*/ 447074 w 1015593"/>
                  <a:gd name="connsiteY6" fmla="*/ 129608 h 649257"/>
                  <a:gd name="connsiteX7" fmla="*/ 504410 w 1015593"/>
                  <a:gd name="connsiteY7" fmla="*/ 129608 h 649257"/>
                  <a:gd name="connsiteX8" fmla="*/ 504410 w 1015593"/>
                  <a:gd name="connsiteY8" fmla="*/ 149928 h 649257"/>
                  <a:gd name="connsiteX9" fmla="*/ 369350 w 1015593"/>
                  <a:gd name="connsiteY9" fmla="*/ 149928 h 649257"/>
                  <a:gd name="connsiteX10" fmla="*/ 369350 w 1015593"/>
                  <a:gd name="connsiteY10" fmla="*/ 129608 h 649257"/>
                  <a:gd name="connsiteX11" fmla="*/ 426754 w 1015593"/>
                  <a:gd name="connsiteY11" fmla="*/ 129608 h 649257"/>
                  <a:gd name="connsiteX12" fmla="*/ 1005434 w 1015593"/>
                  <a:gd name="connsiteY12" fmla="*/ 200592 h 649257"/>
                  <a:gd name="connsiteX13" fmla="*/ 920970 w 1015593"/>
                  <a:gd name="connsiteY13" fmla="*/ 200592 h 649257"/>
                  <a:gd name="connsiteX14" fmla="*/ 911725 w 1015593"/>
                  <a:gd name="connsiteY14" fmla="*/ 206519 h 649257"/>
                  <a:gd name="connsiteX15" fmla="*/ 864311 w 1015593"/>
                  <a:gd name="connsiteY15" fmla="*/ 310049 h 649257"/>
                  <a:gd name="connsiteX16" fmla="*/ 775919 w 1015593"/>
                  <a:gd name="connsiteY16" fmla="*/ 310049 h 649257"/>
                  <a:gd name="connsiteX17" fmla="*/ 775919 w 1015593"/>
                  <a:gd name="connsiteY17" fmla="*/ 188299 h 649257"/>
                  <a:gd name="connsiteX18" fmla="*/ 765759 w 1015593"/>
                  <a:gd name="connsiteY18" fmla="*/ 178139 h 649257"/>
                  <a:gd name="connsiteX19" fmla="*/ 630902 w 1015593"/>
                  <a:gd name="connsiteY19" fmla="*/ 178139 h 649257"/>
                  <a:gd name="connsiteX20" fmla="*/ 581118 w 1015593"/>
                  <a:gd name="connsiteY20" fmla="*/ 78605 h 649257"/>
                  <a:gd name="connsiteX21" fmla="*/ 572143 w 1015593"/>
                  <a:gd name="connsiteY21" fmla="*/ 72983 h 649257"/>
                  <a:gd name="connsiteX22" fmla="*/ 488256 w 1015593"/>
                  <a:gd name="connsiteY22" fmla="*/ 72983 h 649257"/>
                  <a:gd name="connsiteX23" fmla="*/ 488256 w 1015593"/>
                  <a:gd name="connsiteY23" fmla="*/ 93303 h 649257"/>
                  <a:gd name="connsiteX24" fmla="*/ 565777 w 1015593"/>
                  <a:gd name="connsiteY24" fmla="*/ 93303 h 649257"/>
                  <a:gd name="connsiteX25" fmla="*/ 615527 w 1015593"/>
                  <a:gd name="connsiteY25" fmla="*/ 192837 h 649257"/>
                  <a:gd name="connsiteX26" fmla="*/ 624637 w 1015593"/>
                  <a:gd name="connsiteY26" fmla="*/ 198459 h 649257"/>
                  <a:gd name="connsiteX27" fmla="*/ 755599 w 1015593"/>
                  <a:gd name="connsiteY27" fmla="*/ 198459 h 649257"/>
                  <a:gd name="connsiteX28" fmla="*/ 755599 w 1015593"/>
                  <a:gd name="connsiteY28" fmla="*/ 320379 h 649257"/>
                  <a:gd name="connsiteX29" fmla="*/ 765759 w 1015593"/>
                  <a:gd name="connsiteY29" fmla="*/ 330539 h 649257"/>
                  <a:gd name="connsiteX30" fmla="*/ 870746 w 1015593"/>
                  <a:gd name="connsiteY30" fmla="*/ 330539 h 649257"/>
                  <a:gd name="connsiteX31" fmla="*/ 879958 w 1015593"/>
                  <a:gd name="connsiteY31" fmla="*/ 324612 h 649257"/>
                  <a:gd name="connsiteX32" fmla="*/ 927371 w 1015593"/>
                  <a:gd name="connsiteY32" fmla="*/ 221082 h 649257"/>
                  <a:gd name="connsiteX33" fmla="*/ 995104 w 1015593"/>
                  <a:gd name="connsiteY33" fmla="*/ 221082 h 649257"/>
                  <a:gd name="connsiteX34" fmla="*/ 995104 w 1015593"/>
                  <a:gd name="connsiteY34" fmla="*/ 557411 h 649257"/>
                  <a:gd name="connsiteX35" fmla="*/ 927371 w 1015593"/>
                  <a:gd name="connsiteY35" fmla="*/ 557411 h 649257"/>
                  <a:gd name="connsiteX36" fmla="*/ 879958 w 1015593"/>
                  <a:gd name="connsiteY36" fmla="*/ 453881 h 649257"/>
                  <a:gd name="connsiteX37" fmla="*/ 870746 w 1015593"/>
                  <a:gd name="connsiteY37" fmla="*/ 447954 h 649257"/>
                  <a:gd name="connsiteX38" fmla="*/ 765759 w 1015593"/>
                  <a:gd name="connsiteY38" fmla="*/ 447954 h 649257"/>
                  <a:gd name="connsiteX39" fmla="*/ 755599 w 1015593"/>
                  <a:gd name="connsiteY39" fmla="*/ 458114 h 649257"/>
                  <a:gd name="connsiteX40" fmla="*/ 755599 w 1015593"/>
                  <a:gd name="connsiteY40" fmla="*/ 628938 h 649257"/>
                  <a:gd name="connsiteX41" fmla="*/ 552399 w 1015593"/>
                  <a:gd name="connsiteY41" fmla="*/ 628938 h 649257"/>
                  <a:gd name="connsiteX42" fmla="*/ 552399 w 1015593"/>
                  <a:gd name="connsiteY42" fmla="*/ 649258 h 649257"/>
                  <a:gd name="connsiteX43" fmla="*/ 765759 w 1015593"/>
                  <a:gd name="connsiteY43" fmla="*/ 649258 h 649257"/>
                  <a:gd name="connsiteX44" fmla="*/ 775919 w 1015593"/>
                  <a:gd name="connsiteY44" fmla="*/ 639098 h 649257"/>
                  <a:gd name="connsiteX45" fmla="*/ 775919 w 1015593"/>
                  <a:gd name="connsiteY45" fmla="*/ 468105 h 649257"/>
                  <a:gd name="connsiteX46" fmla="*/ 864277 w 1015593"/>
                  <a:gd name="connsiteY46" fmla="*/ 468105 h 649257"/>
                  <a:gd name="connsiteX47" fmla="*/ 911691 w 1015593"/>
                  <a:gd name="connsiteY47" fmla="*/ 571636 h 649257"/>
                  <a:gd name="connsiteX48" fmla="*/ 920936 w 1015593"/>
                  <a:gd name="connsiteY48" fmla="*/ 577562 h 649257"/>
                  <a:gd name="connsiteX49" fmla="*/ 1005434 w 1015593"/>
                  <a:gd name="connsiteY49" fmla="*/ 577562 h 649257"/>
                  <a:gd name="connsiteX50" fmla="*/ 1015594 w 1015593"/>
                  <a:gd name="connsiteY50" fmla="*/ 567402 h 649257"/>
                  <a:gd name="connsiteX51" fmla="*/ 1015594 w 1015593"/>
                  <a:gd name="connsiteY51" fmla="*/ 210752 h 649257"/>
                  <a:gd name="connsiteX52" fmla="*/ 1005434 w 1015593"/>
                  <a:gd name="connsiteY52" fmla="*/ 200592 h 649257"/>
                  <a:gd name="connsiteX53" fmla="*/ 242621 w 1015593"/>
                  <a:gd name="connsiteY53" fmla="*/ 555955 h 649257"/>
                  <a:gd name="connsiteX54" fmla="*/ 237236 w 1015593"/>
                  <a:gd name="connsiteY54" fmla="*/ 554397 h 649257"/>
                  <a:gd name="connsiteX55" fmla="*/ 237236 w 1015593"/>
                  <a:gd name="connsiteY55" fmla="*/ 554397 h 649257"/>
                  <a:gd name="connsiteX56" fmla="*/ 103530 w 1015593"/>
                  <a:gd name="connsiteY56" fmla="*/ 554397 h 649257"/>
                  <a:gd name="connsiteX57" fmla="*/ 103530 w 1015593"/>
                  <a:gd name="connsiteY57" fmla="*/ 209398 h 649257"/>
                  <a:gd name="connsiteX58" fmla="*/ 237236 w 1015593"/>
                  <a:gd name="connsiteY58" fmla="*/ 209398 h 649257"/>
                  <a:gd name="connsiteX59" fmla="*/ 245872 w 1015593"/>
                  <a:gd name="connsiteY59" fmla="*/ 204589 h 649257"/>
                  <a:gd name="connsiteX60" fmla="*/ 314757 w 1015593"/>
                  <a:gd name="connsiteY60" fmla="*/ 93303 h 649257"/>
                  <a:gd name="connsiteX61" fmla="*/ 388044 w 1015593"/>
                  <a:gd name="connsiteY61" fmla="*/ 93303 h 649257"/>
                  <a:gd name="connsiteX62" fmla="*/ 388044 w 1015593"/>
                  <a:gd name="connsiteY62" fmla="*/ 72983 h 649257"/>
                  <a:gd name="connsiteX63" fmla="*/ 309169 w 1015593"/>
                  <a:gd name="connsiteY63" fmla="*/ 72983 h 649257"/>
                  <a:gd name="connsiteX64" fmla="*/ 300533 w 1015593"/>
                  <a:gd name="connsiteY64" fmla="*/ 77792 h 649257"/>
                  <a:gd name="connsiteX65" fmla="*/ 231546 w 1015593"/>
                  <a:gd name="connsiteY65" fmla="*/ 189078 h 649257"/>
                  <a:gd name="connsiteX66" fmla="*/ 93337 w 1015593"/>
                  <a:gd name="connsiteY66" fmla="*/ 189078 h 649257"/>
                  <a:gd name="connsiteX67" fmla="*/ 83177 w 1015593"/>
                  <a:gd name="connsiteY67" fmla="*/ 199238 h 649257"/>
                  <a:gd name="connsiteX68" fmla="*/ 83177 w 1015593"/>
                  <a:gd name="connsiteY68" fmla="*/ 386182 h 649257"/>
                  <a:gd name="connsiteX69" fmla="*/ 20320 w 1015593"/>
                  <a:gd name="connsiteY69" fmla="*/ 386182 h 649257"/>
                  <a:gd name="connsiteX70" fmla="*/ 20320 w 1015593"/>
                  <a:gd name="connsiteY70" fmla="*/ 169841 h 649257"/>
                  <a:gd name="connsiteX71" fmla="*/ 0 w 1015593"/>
                  <a:gd name="connsiteY71" fmla="*/ 169841 h 649257"/>
                  <a:gd name="connsiteX72" fmla="*/ 0 w 1015593"/>
                  <a:gd name="connsiteY72" fmla="*/ 608313 h 649257"/>
                  <a:gd name="connsiteX73" fmla="*/ 20320 w 1015593"/>
                  <a:gd name="connsiteY73" fmla="*/ 608313 h 649257"/>
                  <a:gd name="connsiteX74" fmla="*/ 20320 w 1015593"/>
                  <a:gd name="connsiteY74" fmla="*/ 406603 h 649257"/>
                  <a:gd name="connsiteX75" fmla="*/ 83177 w 1015593"/>
                  <a:gd name="connsiteY75" fmla="*/ 406603 h 649257"/>
                  <a:gd name="connsiteX76" fmla="*/ 83177 w 1015593"/>
                  <a:gd name="connsiteY76" fmla="*/ 564625 h 649257"/>
                  <a:gd name="connsiteX77" fmla="*/ 93337 w 1015593"/>
                  <a:gd name="connsiteY77" fmla="*/ 574785 h 649257"/>
                  <a:gd name="connsiteX78" fmla="*/ 93337 w 1015593"/>
                  <a:gd name="connsiteY78" fmla="*/ 574785 h 649257"/>
                  <a:gd name="connsiteX79" fmla="*/ 234323 w 1015593"/>
                  <a:gd name="connsiteY79" fmla="*/ 574785 h 649257"/>
                  <a:gd name="connsiteX80" fmla="*/ 350825 w 1015593"/>
                  <a:gd name="connsiteY80" fmla="*/ 647598 h 649257"/>
                  <a:gd name="connsiteX81" fmla="*/ 356210 w 1015593"/>
                  <a:gd name="connsiteY81" fmla="*/ 649156 h 649257"/>
                  <a:gd name="connsiteX82" fmla="*/ 472474 w 1015593"/>
                  <a:gd name="connsiteY82" fmla="*/ 649156 h 649257"/>
                  <a:gd name="connsiteX83" fmla="*/ 472474 w 1015593"/>
                  <a:gd name="connsiteY83" fmla="*/ 628836 h 649257"/>
                  <a:gd name="connsiteX84" fmla="*/ 359122 w 1015593"/>
                  <a:gd name="connsiteY84" fmla="*/ 628836 h 649257"/>
                  <a:gd name="connsiteX85" fmla="*/ 420285 w 1015593"/>
                  <a:gd name="connsiteY85" fmla="*/ 352213 h 649257"/>
                  <a:gd name="connsiteX86" fmla="*/ 344255 w 1015593"/>
                  <a:gd name="connsiteY86" fmla="*/ 428244 h 649257"/>
                  <a:gd name="connsiteX87" fmla="*/ 343848 w 1015593"/>
                  <a:gd name="connsiteY87" fmla="*/ 428244 h 649257"/>
                  <a:gd name="connsiteX88" fmla="*/ 268529 w 1015593"/>
                  <a:gd name="connsiteY88" fmla="*/ 352213 h 649257"/>
                  <a:gd name="connsiteX89" fmla="*/ 343848 w 1015593"/>
                  <a:gd name="connsiteY89" fmla="*/ 276149 h 649257"/>
                  <a:gd name="connsiteX90" fmla="*/ 344255 w 1015593"/>
                  <a:gd name="connsiteY90" fmla="*/ 276149 h 649257"/>
                  <a:gd name="connsiteX91" fmla="*/ 420285 w 1015593"/>
                  <a:gd name="connsiteY91" fmla="*/ 352213 h 649257"/>
                  <a:gd name="connsiteX92" fmla="*/ 399965 w 1015593"/>
                  <a:gd name="connsiteY92" fmla="*/ 352213 h 649257"/>
                  <a:gd name="connsiteX93" fmla="*/ 344424 w 1015593"/>
                  <a:gd name="connsiteY93" fmla="*/ 296469 h 649257"/>
                  <a:gd name="connsiteX94" fmla="*/ 288849 w 1015593"/>
                  <a:gd name="connsiteY94" fmla="*/ 352213 h 649257"/>
                  <a:gd name="connsiteX95" fmla="*/ 344424 w 1015593"/>
                  <a:gd name="connsiteY95" fmla="*/ 407924 h 649257"/>
                  <a:gd name="connsiteX96" fmla="*/ 399965 w 1015593"/>
                  <a:gd name="connsiteY96" fmla="*/ 352213 h 649257"/>
                  <a:gd name="connsiteX97" fmla="*/ 561983 w 1015593"/>
                  <a:gd name="connsiteY97" fmla="*/ 468613 h 649257"/>
                  <a:gd name="connsiteX98" fmla="*/ 607768 w 1015593"/>
                  <a:gd name="connsiteY98" fmla="*/ 421745 h 649257"/>
                  <a:gd name="connsiteX99" fmla="*/ 608279 w 1015593"/>
                  <a:gd name="connsiteY99" fmla="*/ 421742 h 649257"/>
                  <a:gd name="connsiteX100" fmla="*/ 608686 w 1015593"/>
                  <a:gd name="connsiteY100" fmla="*/ 421742 h 649257"/>
                  <a:gd name="connsiteX101" fmla="*/ 655557 w 1015593"/>
                  <a:gd name="connsiteY101" fmla="*/ 468613 h 649257"/>
                  <a:gd name="connsiteX102" fmla="*/ 608686 w 1015593"/>
                  <a:gd name="connsiteY102" fmla="*/ 515485 h 649257"/>
                  <a:gd name="connsiteX103" fmla="*/ 608279 w 1015593"/>
                  <a:gd name="connsiteY103" fmla="*/ 515485 h 649257"/>
                  <a:gd name="connsiteX104" fmla="*/ 561980 w 1015593"/>
                  <a:gd name="connsiteY104" fmla="*/ 469057 h 649257"/>
                  <a:gd name="connsiteX105" fmla="*/ 561983 w 1015593"/>
                  <a:gd name="connsiteY105" fmla="*/ 468613 h 649257"/>
                  <a:gd name="connsiteX106" fmla="*/ 582303 w 1015593"/>
                  <a:gd name="connsiteY106" fmla="*/ 468613 h 649257"/>
                  <a:gd name="connsiteX107" fmla="*/ 608889 w 1015593"/>
                  <a:gd name="connsiteY107" fmla="*/ 495165 h 649257"/>
                  <a:gd name="connsiteX108" fmla="*/ 635440 w 1015593"/>
                  <a:gd name="connsiteY108" fmla="*/ 468613 h 649257"/>
                  <a:gd name="connsiteX109" fmla="*/ 608889 w 1015593"/>
                  <a:gd name="connsiteY109" fmla="*/ 442062 h 649257"/>
                  <a:gd name="connsiteX110" fmla="*/ 582303 w 1015593"/>
                  <a:gd name="connsiteY110" fmla="*/ 468613 h 649257"/>
                  <a:gd name="connsiteX111" fmla="*/ 417576 w 1015593"/>
                  <a:gd name="connsiteY111" fmla="*/ 256811 h 649257"/>
                  <a:gd name="connsiteX112" fmla="*/ 642823 w 1015593"/>
                  <a:gd name="connsiteY112" fmla="*/ 385843 h 649257"/>
                  <a:gd name="connsiteX113" fmla="*/ 694470 w 1015593"/>
                  <a:gd name="connsiteY113" fmla="*/ 493979 h 649257"/>
                  <a:gd name="connsiteX114" fmla="*/ 609397 w 1015593"/>
                  <a:gd name="connsiteY114" fmla="*/ 558224 h 649257"/>
                  <a:gd name="connsiteX115" fmla="*/ 591346 w 1015593"/>
                  <a:gd name="connsiteY115" fmla="*/ 556633 h 649257"/>
                  <a:gd name="connsiteX116" fmla="*/ 573701 w 1015593"/>
                  <a:gd name="connsiteY116" fmla="*/ 551146 h 649257"/>
                  <a:gd name="connsiteX117" fmla="*/ 314994 w 1015593"/>
                  <a:gd name="connsiteY117" fmla="*/ 469053 h 649257"/>
                  <a:gd name="connsiteX118" fmla="*/ 229383 w 1015593"/>
                  <a:gd name="connsiteY118" fmla="*/ 321821 h 649257"/>
                  <a:gd name="connsiteX119" fmla="*/ 376614 w 1015593"/>
                  <a:gd name="connsiteY119" fmla="*/ 236210 h 649257"/>
                  <a:gd name="connsiteX120" fmla="*/ 388112 w 1015593"/>
                  <a:gd name="connsiteY120" fmla="*/ 239878 h 649257"/>
                  <a:gd name="connsiteX121" fmla="*/ 389196 w 1015593"/>
                  <a:gd name="connsiteY121" fmla="*/ 240318 h 649257"/>
                  <a:gd name="connsiteX122" fmla="*/ 417576 w 1015593"/>
                  <a:gd name="connsiteY122" fmla="*/ 256811 h 649257"/>
                  <a:gd name="connsiteX123" fmla="*/ 632020 w 1015593"/>
                  <a:gd name="connsiteY123" fmla="*/ 403081 h 649257"/>
                  <a:gd name="connsiteX124" fmla="*/ 406840 w 1015593"/>
                  <a:gd name="connsiteY124" fmla="*/ 274083 h 649257"/>
                  <a:gd name="connsiteX125" fmla="*/ 405655 w 1015593"/>
                  <a:gd name="connsiteY125" fmla="*/ 273304 h 649257"/>
                  <a:gd name="connsiteX126" fmla="*/ 381237 w 1015593"/>
                  <a:gd name="connsiteY126" fmla="*/ 259317 h 649257"/>
                  <a:gd name="connsiteX127" fmla="*/ 380932 w 1015593"/>
                  <a:gd name="connsiteY127" fmla="*/ 259317 h 649257"/>
                  <a:gd name="connsiteX128" fmla="*/ 250863 w 1015593"/>
                  <a:gd name="connsiteY128" fmla="*/ 316904 h 649257"/>
                  <a:gd name="connsiteX129" fmla="*/ 244111 w 1015593"/>
                  <a:gd name="connsiteY129" fmla="*/ 352315 h 649257"/>
                  <a:gd name="connsiteX130" fmla="*/ 307983 w 1015593"/>
                  <a:gd name="connsiteY130" fmla="*/ 445516 h 649257"/>
                  <a:gd name="connsiteX131" fmla="*/ 320243 w 1015593"/>
                  <a:gd name="connsiteY131" fmla="*/ 449411 h 649257"/>
                  <a:gd name="connsiteX132" fmla="*/ 320853 w 1015593"/>
                  <a:gd name="connsiteY132" fmla="*/ 449411 h 649257"/>
                  <a:gd name="connsiteX133" fmla="*/ 580238 w 1015593"/>
                  <a:gd name="connsiteY133" fmla="*/ 531673 h 649257"/>
                  <a:gd name="connsiteX134" fmla="*/ 581220 w 1015593"/>
                  <a:gd name="connsiteY134" fmla="*/ 532045 h 649257"/>
                  <a:gd name="connsiteX135" fmla="*/ 594936 w 1015593"/>
                  <a:gd name="connsiteY135" fmla="*/ 536414 h 649257"/>
                  <a:gd name="connsiteX136" fmla="*/ 674997 w 1015593"/>
                  <a:gd name="connsiteY136" fmla="*/ 487951 h 649257"/>
                  <a:gd name="connsiteX137" fmla="*/ 633984 w 1015593"/>
                  <a:gd name="connsiteY137" fmla="*/ 403826 h 649257"/>
                  <a:gd name="connsiteX138" fmla="*/ 632020 w 1015593"/>
                  <a:gd name="connsiteY138" fmla="*/ 402946 h 649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1015593" h="649257">
                    <a:moveTo>
                      <a:pt x="426754" y="20320"/>
                    </a:moveTo>
                    <a:lnTo>
                      <a:pt x="270493" y="20320"/>
                    </a:lnTo>
                    <a:lnTo>
                      <a:pt x="270493" y="0"/>
                    </a:lnTo>
                    <a:lnTo>
                      <a:pt x="603301" y="0"/>
                    </a:lnTo>
                    <a:lnTo>
                      <a:pt x="603301" y="20320"/>
                    </a:lnTo>
                    <a:lnTo>
                      <a:pt x="447074" y="20320"/>
                    </a:lnTo>
                    <a:lnTo>
                      <a:pt x="447074" y="129608"/>
                    </a:lnTo>
                    <a:lnTo>
                      <a:pt x="504410" y="129608"/>
                    </a:lnTo>
                    <a:lnTo>
                      <a:pt x="504410" y="149928"/>
                    </a:lnTo>
                    <a:lnTo>
                      <a:pt x="369350" y="149928"/>
                    </a:lnTo>
                    <a:lnTo>
                      <a:pt x="369350" y="129608"/>
                    </a:lnTo>
                    <a:lnTo>
                      <a:pt x="426754" y="129608"/>
                    </a:lnTo>
                    <a:close/>
                    <a:moveTo>
                      <a:pt x="1005434" y="200592"/>
                    </a:moveTo>
                    <a:lnTo>
                      <a:pt x="920970" y="200592"/>
                    </a:lnTo>
                    <a:cubicBezTo>
                      <a:pt x="916994" y="200589"/>
                      <a:pt x="913381" y="202905"/>
                      <a:pt x="911725" y="206519"/>
                    </a:cubicBezTo>
                    <a:lnTo>
                      <a:pt x="864311" y="310049"/>
                    </a:lnTo>
                    <a:lnTo>
                      <a:pt x="775919" y="310049"/>
                    </a:lnTo>
                    <a:lnTo>
                      <a:pt x="775919" y="188299"/>
                    </a:lnTo>
                    <a:cubicBezTo>
                      <a:pt x="775919" y="182687"/>
                      <a:pt x="771371" y="178139"/>
                      <a:pt x="765759" y="178139"/>
                    </a:cubicBezTo>
                    <a:lnTo>
                      <a:pt x="630902" y="178139"/>
                    </a:lnTo>
                    <a:lnTo>
                      <a:pt x="581118" y="78605"/>
                    </a:lnTo>
                    <a:cubicBezTo>
                      <a:pt x="579418" y="75196"/>
                      <a:pt x="575953" y="73026"/>
                      <a:pt x="572143" y="72983"/>
                    </a:cubicBezTo>
                    <a:lnTo>
                      <a:pt x="488256" y="72983"/>
                    </a:lnTo>
                    <a:lnTo>
                      <a:pt x="488256" y="93303"/>
                    </a:lnTo>
                    <a:lnTo>
                      <a:pt x="565777" y="93303"/>
                    </a:lnTo>
                    <a:lnTo>
                      <a:pt x="615527" y="192837"/>
                    </a:lnTo>
                    <a:cubicBezTo>
                      <a:pt x="617251" y="196288"/>
                      <a:pt x="620779" y="198465"/>
                      <a:pt x="624637" y="198459"/>
                    </a:cubicBezTo>
                    <a:lnTo>
                      <a:pt x="755599" y="198459"/>
                    </a:lnTo>
                    <a:lnTo>
                      <a:pt x="755599" y="320379"/>
                    </a:lnTo>
                    <a:cubicBezTo>
                      <a:pt x="755599" y="325990"/>
                      <a:pt x="760148" y="330539"/>
                      <a:pt x="765759" y="330539"/>
                    </a:cubicBezTo>
                    <a:lnTo>
                      <a:pt x="870746" y="330539"/>
                    </a:lnTo>
                    <a:cubicBezTo>
                      <a:pt x="874708" y="330529"/>
                      <a:pt x="878305" y="328215"/>
                      <a:pt x="879958" y="324612"/>
                    </a:cubicBezTo>
                    <a:lnTo>
                      <a:pt x="927371" y="221082"/>
                    </a:lnTo>
                    <a:lnTo>
                      <a:pt x="995104" y="221082"/>
                    </a:lnTo>
                    <a:lnTo>
                      <a:pt x="995104" y="557411"/>
                    </a:lnTo>
                    <a:lnTo>
                      <a:pt x="927371" y="557411"/>
                    </a:lnTo>
                    <a:lnTo>
                      <a:pt x="879958" y="453881"/>
                    </a:lnTo>
                    <a:cubicBezTo>
                      <a:pt x="878305" y="450278"/>
                      <a:pt x="874708" y="447965"/>
                      <a:pt x="870746" y="447954"/>
                    </a:cubicBezTo>
                    <a:lnTo>
                      <a:pt x="765759" y="447954"/>
                    </a:lnTo>
                    <a:cubicBezTo>
                      <a:pt x="760148" y="447954"/>
                      <a:pt x="755599" y="452503"/>
                      <a:pt x="755599" y="458114"/>
                    </a:cubicBezTo>
                    <a:lnTo>
                      <a:pt x="755599" y="628938"/>
                    </a:lnTo>
                    <a:lnTo>
                      <a:pt x="552399" y="628938"/>
                    </a:lnTo>
                    <a:lnTo>
                      <a:pt x="552399" y="649258"/>
                    </a:lnTo>
                    <a:lnTo>
                      <a:pt x="765759" y="649258"/>
                    </a:lnTo>
                    <a:cubicBezTo>
                      <a:pt x="771371" y="649258"/>
                      <a:pt x="775919" y="644710"/>
                      <a:pt x="775919" y="639098"/>
                    </a:cubicBezTo>
                    <a:lnTo>
                      <a:pt x="775919" y="468105"/>
                    </a:lnTo>
                    <a:lnTo>
                      <a:pt x="864277" y="468105"/>
                    </a:lnTo>
                    <a:lnTo>
                      <a:pt x="911691" y="571636"/>
                    </a:lnTo>
                    <a:cubicBezTo>
                      <a:pt x="913347" y="575249"/>
                      <a:pt x="916960" y="577566"/>
                      <a:pt x="920936" y="577562"/>
                    </a:cubicBezTo>
                    <a:lnTo>
                      <a:pt x="1005434" y="577562"/>
                    </a:lnTo>
                    <a:cubicBezTo>
                      <a:pt x="1011045" y="577562"/>
                      <a:pt x="1015594" y="573014"/>
                      <a:pt x="1015594" y="567402"/>
                    </a:cubicBezTo>
                    <a:lnTo>
                      <a:pt x="1015594" y="210752"/>
                    </a:lnTo>
                    <a:cubicBezTo>
                      <a:pt x="1015594" y="205141"/>
                      <a:pt x="1011045" y="200592"/>
                      <a:pt x="1005434" y="200592"/>
                    </a:cubicBezTo>
                    <a:close/>
                    <a:moveTo>
                      <a:pt x="242621" y="555955"/>
                    </a:moveTo>
                    <a:cubicBezTo>
                      <a:pt x="241007" y="554943"/>
                      <a:pt x="239141" y="554401"/>
                      <a:pt x="237236" y="554397"/>
                    </a:cubicBezTo>
                    <a:lnTo>
                      <a:pt x="237236" y="554397"/>
                    </a:lnTo>
                    <a:lnTo>
                      <a:pt x="103530" y="554397"/>
                    </a:lnTo>
                    <a:lnTo>
                      <a:pt x="103530" y="209398"/>
                    </a:lnTo>
                    <a:lnTo>
                      <a:pt x="237236" y="209398"/>
                    </a:lnTo>
                    <a:cubicBezTo>
                      <a:pt x="240753" y="209398"/>
                      <a:pt x="244020" y="207579"/>
                      <a:pt x="245872" y="204589"/>
                    </a:cubicBezTo>
                    <a:lnTo>
                      <a:pt x="314757" y="93303"/>
                    </a:lnTo>
                    <a:lnTo>
                      <a:pt x="388044" y="93303"/>
                    </a:lnTo>
                    <a:lnTo>
                      <a:pt x="388044" y="72983"/>
                    </a:lnTo>
                    <a:lnTo>
                      <a:pt x="309169" y="72983"/>
                    </a:lnTo>
                    <a:cubicBezTo>
                      <a:pt x="305652" y="72983"/>
                      <a:pt x="302385" y="74802"/>
                      <a:pt x="300533" y="77792"/>
                    </a:cubicBezTo>
                    <a:lnTo>
                      <a:pt x="231546" y="189078"/>
                    </a:lnTo>
                    <a:lnTo>
                      <a:pt x="93337" y="189078"/>
                    </a:lnTo>
                    <a:cubicBezTo>
                      <a:pt x="87725" y="189078"/>
                      <a:pt x="83177" y="193626"/>
                      <a:pt x="83177" y="199238"/>
                    </a:cubicBezTo>
                    <a:lnTo>
                      <a:pt x="83177" y="386182"/>
                    </a:lnTo>
                    <a:lnTo>
                      <a:pt x="20320" y="386182"/>
                    </a:lnTo>
                    <a:lnTo>
                      <a:pt x="20320" y="169841"/>
                    </a:lnTo>
                    <a:lnTo>
                      <a:pt x="0" y="169841"/>
                    </a:lnTo>
                    <a:lnTo>
                      <a:pt x="0" y="608313"/>
                    </a:lnTo>
                    <a:lnTo>
                      <a:pt x="20320" y="608313"/>
                    </a:lnTo>
                    <a:lnTo>
                      <a:pt x="20320" y="406603"/>
                    </a:lnTo>
                    <a:lnTo>
                      <a:pt x="83177" y="406603"/>
                    </a:lnTo>
                    <a:lnTo>
                      <a:pt x="83177" y="564625"/>
                    </a:lnTo>
                    <a:cubicBezTo>
                      <a:pt x="83177" y="570237"/>
                      <a:pt x="87725" y="574785"/>
                      <a:pt x="93337" y="574785"/>
                    </a:cubicBezTo>
                    <a:lnTo>
                      <a:pt x="93337" y="574785"/>
                    </a:lnTo>
                    <a:lnTo>
                      <a:pt x="234323" y="574785"/>
                    </a:lnTo>
                    <a:lnTo>
                      <a:pt x="350825" y="647598"/>
                    </a:lnTo>
                    <a:cubicBezTo>
                      <a:pt x="352437" y="648611"/>
                      <a:pt x="354303" y="649153"/>
                      <a:pt x="356210" y="649156"/>
                    </a:cubicBezTo>
                    <a:lnTo>
                      <a:pt x="472474" y="649156"/>
                    </a:lnTo>
                    <a:lnTo>
                      <a:pt x="472474" y="628836"/>
                    </a:lnTo>
                    <a:lnTo>
                      <a:pt x="359122" y="628836"/>
                    </a:lnTo>
                    <a:close/>
                    <a:moveTo>
                      <a:pt x="420285" y="352213"/>
                    </a:moveTo>
                    <a:cubicBezTo>
                      <a:pt x="420248" y="394188"/>
                      <a:pt x="386229" y="428207"/>
                      <a:pt x="344255" y="428244"/>
                    </a:cubicBezTo>
                    <a:lnTo>
                      <a:pt x="343848" y="428244"/>
                    </a:lnTo>
                    <a:cubicBezTo>
                      <a:pt x="292100" y="426178"/>
                      <a:pt x="268529" y="387401"/>
                      <a:pt x="268529" y="352213"/>
                    </a:cubicBezTo>
                    <a:cubicBezTo>
                      <a:pt x="268529" y="317026"/>
                      <a:pt x="292235" y="278215"/>
                      <a:pt x="343848" y="276149"/>
                    </a:cubicBezTo>
                    <a:lnTo>
                      <a:pt x="344255" y="276149"/>
                    </a:lnTo>
                    <a:cubicBezTo>
                      <a:pt x="386236" y="276206"/>
                      <a:pt x="420248" y="310232"/>
                      <a:pt x="420285" y="352213"/>
                    </a:cubicBezTo>
                    <a:close/>
                    <a:moveTo>
                      <a:pt x="399965" y="352213"/>
                    </a:moveTo>
                    <a:cubicBezTo>
                      <a:pt x="399948" y="321513"/>
                      <a:pt x="375124" y="296601"/>
                      <a:pt x="344424" y="296469"/>
                    </a:cubicBezTo>
                    <a:cubicBezTo>
                      <a:pt x="306053" y="298094"/>
                      <a:pt x="288849" y="325594"/>
                      <a:pt x="288849" y="352213"/>
                    </a:cubicBezTo>
                    <a:cubicBezTo>
                      <a:pt x="288849" y="378833"/>
                      <a:pt x="306053" y="406400"/>
                      <a:pt x="344424" y="407924"/>
                    </a:cubicBezTo>
                    <a:cubicBezTo>
                      <a:pt x="375111" y="407792"/>
                      <a:pt x="399928" y="382900"/>
                      <a:pt x="399965" y="352213"/>
                    </a:cubicBezTo>
                    <a:close/>
                    <a:moveTo>
                      <a:pt x="561983" y="468613"/>
                    </a:moveTo>
                    <a:cubicBezTo>
                      <a:pt x="561685" y="443027"/>
                      <a:pt x="582182" y="422043"/>
                      <a:pt x="607768" y="421745"/>
                    </a:cubicBezTo>
                    <a:cubicBezTo>
                      <a:pt x="607937" y="421742"/>
                      <a:pt x="608110" y="421742"/>
                      <a:pt x="608279" y="421742"/>
                    </a:cubicBezTo>
                    <a:lnTo>
                      <a:pt x="608686" y="421742"/>
                    </a:lnTo>
                    <a:cubicBezTo>
                      <a:pt x="634573" y="421742"/>
                      <a:pt x="655557" y="442725"/>
                      <a:pt x="655557" y="468613"/>
                    </a:cubicBezTo>
                    <a:cubicBezTo>
                      <a:pt x="655557" y="494501"/>
                      <a:pt x="634573" y="515485"/>
                      <a:pt x="608686" y="515485"/>
                    </a:cubicBezTo>
                    <a:lnTo>
                      <a:pt x="608279" y="515485"/>
                    </a:lnTo>
                    <a:cubicBezTo>
                      <a:pt x="582673" y="515447"/>
                      <a:pt x="561946" y="494663"/>
                      <a:pt x="561980" y="469057"/>
                    </a:cubicBezTo>
                    <a:cubicBezTo>
                      <a:pt x="561980" y="468908"/>
                      <a:pt x="561983" y="468762"/>
                      <a:pt x="561983" y="468613"/>
                    </a:cubicBezTo>
                    <a:close/>
                    <a:moveTo>
                      <a:pt x="582303" y="468613"/>
                    </a:moveTo>
                    <a:cubicBezTo>
                      <a:pt x="582303" y="481245"/>
                      <a:pt x="590533" y="494352"/>
                      <a:pt x="608889" y="495165"/>
                    </a:cubicBezTo>
                    <a:cubicBezTo>
                      <a:pt x="623553" y="495165"/>
                      <a:pt x="635440" y="483277"/>
                      <a:pt x="635440" y="468613"/>
                    </a:cubicBezTo>
                    <a:cubicBezTo>
                      <a:pt x="635440" y="453949"/>
                      <a:pt x="623553" y="442062"/>
                      <a:pt x="608889" y="442062"/>
                    </a:cubicBezTo>
                    <a:cubicBezTo>
                      <a:pt x="590669" y="442874"/>
                      <a:pt x="582303" y="455947"/>
                      <a:pt x="582303" y="468613"/>
                    </a:cubicBezTo>
                    <a:close/>
                    <a:moveTo>
                      <a:pt x="417576" y="256811"/>
                    </a:moveTo>
                    <a:lnTo>
                      <a:pt x="642823" y="385843"/>
                    </a:lnTo>
                    <a:cubicBezTo>
                      <a:pt x="693623" y="407822"/>
                      <a:pt x="705240" y="457200"/>
                      <a:pt x="694470" y="493979"/>
                    </a:cubicBezTo>
                    <a:cubicBezTo>
                      <a:pt x="683700" y="532028"/>
                      <a:pt x="648943" y="558279"/>
                      <a:pt x="609397" y="558224"/>
                    </a:cubicBezTo>
                    <a:cubicBezTo>
                      <a:pt x="603345" y="558211"/>
                      <a:pt x="597306" y="557679"/>
                      <a:pt x="591346" y="556633"/>
                    </a:cubicBezTo>
                    <a:cubicBezTo>
                      <a:pt x="585294" y="555407"/>
                      <a:pt x="579381" y="553568"/>
                      <a:pt x="573701" y="551146"/>
                    </a:cubicBezTo>
                    <a:lnTo>
                      <a:pt x="314994" y="469053"/>
                    </a:lnTo>
                    <a:cubicBezTo>
                      <a:pt x="250696" y="452039"/>
                      <a:pt x="212366" y="386117"/>
                      <a:pt x="229383" y="321821"/>
                    </a:cubicBezTo>
                    <a:cubicBezTo>
                      <a:pt x="246399" y="257522"/>
                      <a:pt x="312317" y="219192"/>
                      <a:pt x="376614" y="236210"/>
                    </a:cubicBezTo>
                    <a:cubicBezTo>
                      <a:pt x="380506" y="237239"/>
                      <a:pt x="384343" y="238462"/>
                      <a:pt x="388112" y="239878"/>
                    </a:cubicBezTo>
                    <a:lnTo>
                      <a:pt x="389196" y="240318"/>
                    </a:lnTo>
                    <a:cubicBezTo>
                      <a:pt x="399363" y="244500"/>
                      <a:pt x="408910" y="250051"/>
                      <a:pt x="417576" y="256811"/>
                    </a:cubicBezTo>
                    <a:close/>
                    <a:moveTo>
                      <a:pt x="632020" y="403081"/>
                    </a:moveTo>
                    <a:lnTo>
                      <a:pt x="406840" y="274083"/>
                    </a:lnTo>
                    <a:lnTo>
                      <a:pt x="405655" y="273304"/>
                    </a:lnTo>
                    <a:cubicBezTo>
                      <a:pt x="398231" y="267489"/>
                      <a:pt x="390009" y="262778"/>
                      <a:pt x="381237" y="259317"/>
                    </a:cubicBezTo>
                    <a:lnTo>
                      <a:pt x="380932" y="259317"/>
                    </a:lnTo>
                    <a:cubicBezTo>
                      <a:pt x="329112" y="239302"/>
                      <a:pt x="270878" y="265085"/>
                      <a:pt x="250863" y="316904"/>
                    </a:cubicBezTo>
                    <a:cubicBezTo>
                      <a:pt x="246499" y="328205"/>
                      <a:pt x="244211" y="340201"/>
                      <a:pt x="244111" y="352315"/>
                    </a:cubicBezTo>
                    <a:cubicBezTo>
                      <a:pt x="244007" y="393625"/>
                      <a:pt x="269420" y="430706"/>
                      <a:pt x="307983" y="445516"/>
                    </a:cubicBezTo>
                    <a:cubicBezTo>
                      <a:pt x="311978" y="447087"/>
                      <a:pt x="316074" y="448391"/>
                      <a:pt x="320243" y="449411"/>
                    </a:cubicBezTo>
                    <a:lnTo>
                      <a:pt x="320853" y="449411"/>
                    </a:lnTo>
                    <a:lnTo>
                      <a:pt x="580238" y="531673"/>
                    </a:lnTo>
                    <a:lnTo>
                      <a:pt x="581220" y="532045"/>
                    </a:lnTo>
                    <a:cubicBezTo>
                      <a:pt x="585629" y="533972"/>
                      <a:pt x="590225" y="535439"/>
                      <a:pt x="594936" y="536414"/>
                    </a:cubicBezTo>
                    <a:cubicBezTo>
                      <a:pt x="638251" y="543797"/>
                      <a:pt x="666361" y="517415"/>
                      <a:pt x="674997" y="487951"/>
                    </a:cubicBezTo>
                    <a:cubicBezTo>
                      <a:pt x="683633" y="458487"/>
                      <a:pt x="674353" y="420861"/>
                      <a:pt x="633984" y="403826"/>
                    </a:cubicBezTo>
                    <a:cubicBezTo>
                      <a:pt x="633300" y="403599"/>
                      <a:pt x="632643" y="403305"/>
                      <a:pt x="632020" y="402946"/>
                    </a:cubicBezTo>
                    <a:close/>
                  </a:path>
                </a:pathLst>
              </a:custGeom>
              <a:solidFill>
                <a:srgbClr val="505050"/>
              </a:solidFill>
              <a:ln w="33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855" name="Rechteck: abgerundete Ecken 1854">
              <a:extLst>
                <a:ext uri="{FF2B5EF4-FFF2-40B4-BE49-F238E27FC236}">
                  <a16:creationId xmlns:a16="http://schemas.microsoft.com/office/drawing/2014/main" id="{6F807CFC-7515-4FF5-6005-D069D677BFF8}"/>
                </a:ext>
              </a:extLst>
            </p:cNvPr>
            <p:cNvSpPr/>
            <p:nvPr/>
          </p:nvSpPr>
          <p:spPr>
            <a:xfrm>
              <a:off x="10864224" y="-493074"/>
              <a:ext cx="589660" cy="367469"/>
            </a:xfrm>
            <a:prstGeom prst="round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1856" name="Gruppieren 1855">
              <a:extLst>
                <a:ext uri="{FF2B5EF4-FFF2-40B4-BE49-F238E27FC236}">
                  <a16:creationId xmlns:a16="http://schemas.microsoft.com/office/drawing/2014/main" id="{4F0BC371-98B7-3071-75F9-D40AD84952E7}"/>
                </a:ext>
              </a:extLst>
            </p:cNvPr>
            <p:cNvGrpSpPr/>
            <p:nvPr/>
          </p:nvGrpSpPr>
          <p:grpSpPr>
            <a:xfrm>
              <a:off x="11045213" y="-432915"/>
              <a:ext cx="257171" cy="261308"/>
              <a:chOff x="3607366" y="1982624"/>
              <a:chExt cx="940818" cy="1088559"/>
            </a:xfrm>
          </p:grpSpPr>
          <p:grpSp>
            <p:nvGrpSpPr>
              <p:cNvPr id="1857" name="ee4p_icon_group">
                <a:extLst>
                  <a:ext uri="{FF2B5EF4-FFF2-40B4-BE49-F238E27FC236}">
                    <a16:creationId xmlns:a16="http://schemas.microsoft.com/office/drawing/2014/main" id="{06E31234-9C0D-AF4C-99FC-D2B440A2597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35493" y="2509180"/>
                <a:ext cx="726059" cy="562003"/>
                <a:chOff x="4032000" y="2888964"/>
                <a:chExt cx="1080000" cy="1080000"/>
              </a:xfrm>
              <a:solidFill>
                <a:srgbClr val="C00000"/>
              </a:solidFill>
            </p:grpSpPr>
            <p:grpSp>
              <p:nvGrpSpPr>
                <p:cNvPr id="1861" name="ee4p_icon_frame">
                  <a:extLst>
                    <a:ext uri="{FF2B5EF4-FFF2-40B4-BE49-F238E27FC236}">
                      <a16:creationId xmlns:a16="http://schemas.microsoft.com/office/drawing/2014/main" id="{325C98ED-5350-5F5C-483C-0DE2F38925E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4032000" y="2888964"/>
                  <a:ext cx="1080000" cy="1080000"/>
                  <a:chOff x="4737100" y="1701800"/>
                  <a:chExt cx="1098550" cy="1098550"/>
                </a:xfrm>
                <a:grpFill/>
              </p:grpSpPr>
              <p:cxnSp>
                <p:nvCxnSpPr>
                  <p:cNvPr id="1863" name="ee4p_icon_frame_top">
                    <a:extLst>
                      <a:ext uri="{FF2B5EF4-FFF2-40B4-BE49-F238E27FC236}">
                        <a16:creationId xmlns:a16="http://schemas.microsoft.com/office/drawing/2014/main" id="{F70B2E77-128D-B3C1-8FC8-60E2A23B656D}"/>
                      </a:ext>
                    </a:extLst>
                  </p:cNvPr>
                  <p:cNvCxnSpPr/>
                  <p:nvPr/>
                </p:nvCxnSpPr>
                <p:spPr>
                  <a:xfrm>
                    <a:off x="4737100" y="1701800"/>
                    <a:ext cx="1098550" cy="0"/>
                  </a:xfrm>
                  <a:prstGeom prst="line">
                    <a:avLst/>
                  </a:prstGeom>
                  <a:grpFill/>
                  <a:ln w="0" cap="sq" cmpd="sng" algn="ctr">
                    <a:noFill/>
                    <a:prstDash val="solid"/>
                    <a:round/>
                  </a:ln>
                  <a:effectLst/>
                </p:spPr>
              </p:cxnSp>
              <p:cxnSp>
                <p:nvCxnSpPr>
                  <p:cNvPr id="1864" name="ee4p_icon_frame_bottom">
                    <a:extLst>
                      <a:ext uri="{FF2B5EF4-FFF2-40B4-BE49-F238E27FC236}">
                        <a16:creationId xmlns:a16="http://schemas.microsoft.com/office/drawing/2014/main" id="{E8853D4E-38BA-726D-B304-87F600A189F3}"/>
                      </a:ext>
                    </a:extLst>
                  </p:cNvPr>
                  <p:cNvCxnSpPr/>
                  <p:nvPr/>
                </p:nvCxnSpPr>
                <p:spPr>
                  <a:xfrm>
                    <a:off x="4737100" y="2800350"/>
                    <a:ext cx="1098550" cy="0"/>
                  </a:xfrm>
                  <a:prstGeom prst="line">
                    <a:avLst/>
                  </a:prstGeom>
                  <a:grpFill/>
                  <a:ln w="0" cap="sq" cmpd="sng" algn="ctr">
                    <a:noFill/>
                    <a:prstDash val="solid"/>
                    <a:round/>
                  </a:ln>
                  <a:effectLst/>
                </p:spPr>
              </p:cxnSp>
              <p:cxnSp>
                <p:nvCxnSpPr>
                  <p:cNvPr id="1865" name="ee4p_icon_frame_left">
                    <a:extLst>
                      <a:ext uri="{FF2B5EF4-FFF2-40B4-BE49-F238E27FC236}">
                        <a16:creationId xmlns:a16="http://schemas.microsoft.com/office/drawing/2014/main" id="{B1240200-3BB8-8ED5-008D-44ADFAB95AE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187825" y="2251075"/>
                    <a:ext cx="1098550" cy="0"/>
                  </a:xfrm>
                  <a:prstGeom prst="line">
                    <a:avLst/>
                  </a:prstGeom>
                  <a:grpFill/>
                  <a:ln w="0" cap="sq" cmpd="sng" algn="ctr">
                    <a:noFill/>
                    <a:prstDash val="solid"/>
                    <a:round/>
                  </a:ln>
                  <a:effectLst/>
                </p:spPr>
              </p:cxnSp>
              <p:cxnSp>
                <p:nvCxnSpPr>
                  <p:cNvPr id="1866" name="ee4p_icon_frame_right">
                    <a:extLst>
                      <a:ext uri="{FF2B5EF4-FFF2-40B4-BE49-F238E27FC236}">
                        <a16:creationId xmlns:a16="http://schemas.microsoft.com/office/drawing/2014/main" id="{51F7F684-51BC-BBD3-13BD-7DDAE3E01EF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5286375" y="2251075"/>
                    <a:ext cx="1098550" cy="0"/>
                  </a:xfrm>
                  <a:prstGeom prst="line">
                    <a:avLst/>
                  </a:prstGeom>
                  <a:grpFill/>
                  <a:ln w="0" cap="sq" cmpd="sng" algn="ctr">
                    <a:noFill/>
                    <a:prstDash val="solid"/>
                    <a:round/>
                  </a:ln>
                  <a:effectLst/>
                </p:spPr>
              </p:cxnSp>
            </p:grpSp>
            <p:sp>
              <p:nvSpPr>
                <p:cNvPr id="1862" name="ee4p_icon">
                  <a:extLst>
                    <a:ext uri="{FF2B5EF4-FFF2-40B4-BE49-F238E27FC236}">
                      <a16:creationId xmlns:a16="http://schemas.microsoft.com/office/drawing/2014/main" id="{E5D85993-A94D-339E-9415-EB97F5A1354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161739" y="2921166"/>
                  <a:ext cx="820521" cy="1015596"/>
                </a:xfrm>
                <a:custGeom>
                  <a:avLst/>
                  <a:gdLst>
                    <a:gd name="connsiteX0" fmla="*/ 820522 w 820521"/>
                    <a:gd name="connsiteY0" fmla="*/ 898858 h 1015596"/>
                    <a:gd name="connsiteX1" fmla="*/ 820522 w 820521"/>
                    <a:gd name="connsiteY1" fmla="*/ 1005436 h 1015596"/>
                    <a:gd name="connsiteX2" fmla="*/ 810362 w 820521"/>
                    <a:gd name="connsiteY2" fmla="*/ 1015596 h 1015596"/>
                    <a:gd name="connsiteX3" fmla="*/ 655659 w 820521"/>
                    <a:gd name="connsiteY3" fmla="*/ 1015596 h 1015596"/>
                    <a:gd name="connsiteX4" fmla="*/ 655659 w 820521"/>
                    <a:gd name="connsiteY4" fmla="*/ 995276 h 1015596"/>
                    <a:gd name="connsiteX5" fmla="*/ 800202 w 820521"/>
                    <a:gd name="connsiteY5" fmla="*/ 995276 h 1015596"/>
                    <a:gd name="connsiteX6" fmla="*/ 800202 w 820521"/>
                    <a:gd name="connsiteY6" fmla="*/ 909018 h 1015596"/>
                    <a:gd name="connsiteX7" fmla="*/ 20320 w 820521"/>
                    <a:gd name="connsiteY7" fmla="*/ 909018 h 1015596"/>
                    <a:gd name="connsiteX8" fmla="*/ 20320 w 820521"/>
                    <a:gd name="connsiteY8" fmla="*/ 995276 h 1015596"/>
                    <a:gd name="connsiteX9" fmla="*/ 516941 w 820521"/>
                    <a:gd name="connsiteY9" fmla="*/ 995276 h 1015596"/>
                    <a:gd name="connsiteX10" fmla="*/ 516941 w 820521"/>
                    <a:gd name="connsiteY10" fmla="*/ 1015596 h 1015596"/>
                    <a:gd name="connsiteX11" fmla="*/ 10160 w 820521"/>
                    <a:gd name="connsiteY11" fmla="*/ 1015596 h 1015596"/>
                    <a:gd name="connsiteX12" fmla="*/ 0 w 820521"/>
                    <a:gd name="connsiteY12" fmla="*/ 1005436 h 1015596"/>
                    <a:gd name="connsiteX13" fmla="*/ 0 w 820521"/>
                    <a:gd name="connsiteY13" fmla="*/ 898858 h 1015596"/>
                    <a:gd name="connsiteX14" fmla="*/ 10160 w 820521"/>
                    <a:gd name="connsiteY14" fmla="*/ 888698 h 1015596"/>
                    <a:gd name="connsiteX15" fmla="*/ 54661 w 820521"/>
                    <a:gd name="connsiteY15" fmla="*/ 888698 h 1015596"/>
                    <a:gd name="connsiteX16" fmla="*/ 89645 w 820521"/>
                    <a:gd name="connsiteY16" fmla="*/ 817849 h 1015596"/>
                    <a:gd name="connsiteX17" fmla="*/ 98687 w 820521"/>
                    <a:gd name="connsiteY17" fmla="*/ 812193 h 1015596"/>
                    <a:gd name="connsiteX18" fmla="*/ 268766 w 820521"/>
                    <a:gd name="connsiteY18" fmla="*/ 812193 h 1015596"/>
                    <a:gd name="connsiteX19" fmla="*/ 268766 w 820521"/>
                    <a:gd name="connsiteY19" fmla="*/ 832513 h 1015596"/>
                    <a:gd name="connsiteX20" fmla="*/ 105021 w 820521"/>
                    <a:gd name="connsiteY20" fmla="*/ 832513 h 1015596"/>
                    <a:gd name="connsiteX21" fmla="*/ 77284 w 820521"/>
                    <a:gd name="connsiteY21" fmla="*/ 888698 h 1015596"/>
                    <a:gd name="connsiteX22" fmla="*/ 743238 w 820521"/>
                    <a:gd name="connsiteY22" fmla="*/ 888698 h 1015596"/>
                    <a:gd name="connsiteX23" fmla="*/ 715501 w 820521"/>
                    <a:gd name="connsiteY23" fmla="*/ 832513 h 1015596"/>
                    <a:gd name="connsiteX24" fmla="*/ 561882 w 820521"/>
                    <a:gd name="connsiteY24" fmla="*/ 832513 h 1015596"/>
                    <a:gd name="connsiteX25" fmla="*/ 561882 w 820521"/>
                    <a:gd name="connsiteY25" fmla="*/ 858015 h 1015596"/>
                    <a:gd name="connsiteX26" fmla="*/ 541562 w 820521"/>
                    <a:gd name="connsiteY26" fmla="*/ 858015 h 1015596"/>
                    <a:gd name="connsiteX27" fmla="*/ 541562 w 820521"/>
                    <a:gd name="connsiteY27" fmla="*/ 822353 h 1015596"/>
                    <a:gd name="connsiteX28" fmla="*/ 551722 w 820521"/>
                    <a:gd name="connsiteY28" fmla="*/ 812193 h 1015596"/>
                    <a:gd name="connsiteX29" fmla="*/ 721834 w 820521"/>
                    <a:gd name="connsiteY29" fmla="*/ 812193 h 1015596"/>
                    <a:gd name="connsiteX30" fmla="*/ 730944 w 820521"/>
                    <a:gd name="connsiteY30" fmla="*/ 817849 h 1015596"/>
                    <a:gd name="connsiteX31" fmla="*/ 765861 w 820521"/>
                    <a:gd name="connsiteY31" fmla="*/ 888698 h 1015596"/>
                    <a:gd name="connsiteX32" fmla="*/ 810328 w 820521"/>
                    <a:gd name="connsiteY32" fmla="*/ 888698 h 1015596"/>
                    <a:gd name="connsiteX33" fmla="*/ 820522 w 820521"/>
                    <a:gd name="connsiteY33" fmla="*/ 898824 h 1015596"/>
                    <a:gd name="connsiteX34" fmla="*/ 820522 w 820521"/>
                    <a:gd name="connsiteY34" fmla="*/ 898858 h 1015596"/>
                    <a:gd name="connsiteX35" fmla="*/ 298975 w 820521"/>
                    <a:gd name="connsiteY35" fmla="*/ 783102 h 1015596"/>
                    <a:gd name="connsiteX36" fmla="*/ 312301 w 820521"/>
                    <a:gd name="connsiteY36" fmla="*/ 777730 h 1015596"/>
                    <a:gd name="connsiteX37" fmla="*/ 310557 w 820521"/>
                    <a:gd name="connsiteY37" fmla="*/ 767015 h 1015596"/>
                    <a:gd name="connsiteX38" fmla="*/ 277334 w 820521"/>
                    <a:gd name="connsiteY38" fmla="*/ 678962 h 1015596"/>
                    <a:gd name="connsiteX39" fmla="*/ 410430 w 820521"/>
                    <a:gd name="connsiteY39" fmla="*/ 431735 h 1015596"/>
                    <a:gd name="connsiteX40" fmla="*/ 520294 w 820521"/>
                    <a:gd name="connsiteY40" fmla="*/ 604828 h 1015596"/>
                    <a:gd name="connsiteX41" fmla="*/ 538615 w 820521"/>
                    <a:gd name="connsiteY41" fmla="*/ 595988 h 1015596"/>
                    <a:gd name="connsiteX42" fmla="*/ 418457 w 820521"/>
                    <a:gd name="connsiteY42" fmla="*/ 408672 h 1015596"/>
                    <a:gd name="connsiteX43" fmla="*/ 404202 w 820521"/>
                    <a:gd name="connsiteY43" fmla="*/ 406874 h 1015596"/>
                    <a:gd name="connsiteX44" fmla="*/ 402404 w 820521"/>
                    <a:gd name="connsiteY44" fmla="*/ 408672 h 1015596"/>
                    <a:gd name="connsiteX45" fmla="*/ 257014 w 820521"/>
                    <a:gd name="connsiteY45" fmla="*/ 678894 h 1015596"/>
                    <a:gd name="connsiteX46" fmla="*/ 272931 w 820521"/>
                    <a:gd name="connsiteY46" fmla="*/ 746864 h 1015596"/>
                    <a:gd name="connsiteX47" fmla="*/ 144407 w 820521"/>
                    <a:gd name="connsiteY47" fmla="*/ 519043 h 1015596"/>
                    <a:gd name="connsiteX48" fmla="*/ 410261 w 820521"/>
                    <a:gd name="connsiteY48" fmla="*/ 26927 h 1015596"/>
                    <a:gd name="connsiteX49" fmla="*/ 676284 w 820521"/>
                    <a:gd name="connsiteY49" fmla="*/ 519179 h 1015596"/>
                    <a:gd name="connsiteX50" fmla="*/ 513723 w 820521"/>
                    <a:gd name="connsiteY50" fmla="*/ 764306 h 1015596"/>
                    <a:gd name="connsiteX51" fmla="*/ 521648 w 820521"/>
                    <a:gd name="connsiteY51" fmla="*/ 783034 h 1015596"/>
                    <a:gd name="connsiteX52" fmla="*/ 696536 w 820521"/>
                    <a:gd name="connsiteY52" fmla="*/ 519179 h 1015596"/>
                    <a:gd name="connsiteX53" fmla="*/ 418220 w 820521"/>
                    <a:gd name="connsiteY53" fmla="*/ 3931 h 1015596"/>
                    <a:gd name="connsiteX54" fmla="*/ 403965 w 820521"/>
                    <a:gd name="connsiteY54" fmla="*/ 2134 h 1015596"/>
                    <a:gd name="connsiteX55" fmla="*/ 402167 w 820521"/>
                    <a:gd name="connsiteY55" fmla="*/ 3931 h 1015596"/>
                    <a:gd name="connsiteX56" fmla="*/ 123850 w 820521"/>
                    <a:gd name="connsiteY56" fmla="*/ 519179 h 1015596"/>
                    <a:gd name="connsiteX57" fmla="*/ 298806 w 820521"/>
                    <a:gd name="connsiteY57" fmla="*/ 783102 h 10155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</a:cxnLst>
                  <a:rect l="l" t="t" r="r" b="b"/>
                  <a:pathLst>
                    <a:path w="820521" h="1015596">
                      <a:moveTo>
                        <a:pt x="820522" y="898858"/>
                      </a:moveTo>
                      <a:lnTo>
                        <a:pt x="820522" y="1005436"/>
                      </a:lnTo>
                      <a:cubicBezTo>
                        <a:pt x="820522" y="1011048"/>
                        <a:pt x="815973" y="1015596"/>
                        <a:pt x="810362" y="1015596"/>
                      </a:cubicBezTo>
                      <a:lnTo>
                        <a:pt x="655659" y="1015596"/>
                      </a:lnTo>
                      <a:lnTo>
                        <a:pt x="655659" y="995276"/>
                      </a:lnTo>
                      <a:lnTo>
                        <a:pt x="800202" y="995276"/>
                      </a:lnTo>
                      <a:lnTo>
                        <a:pt x="800202" y="909018"/>
                      </a:lnTo>
                      <a:lnTo>
                        <a:pt x="20320" y="909018"/>
                      </a:lnTo>
                      <a:lnTo>
                        <a:pt x="20320" y="995276"/>
                      </a:lnTo>
                      <a:lnTo>
                        <a:pt x="516941" y="995276"/>
                      </a:lnTo>
                      <a:lnTo>
                        <a:pt x="516941" y="1015596"/>
                      </a:lnTo>
                      <a:lnTo>
                        <a:pt x="10160" y="1015596"/>
                      </a:lnTo>
                      <a:cubicBezTo>
                        <a:pt x="4549" y="1015596"/>
                        <a:pt x="0" y="1011048"/>
                        <a:pt x="0" y="1005436"/>
                      </a:cubicBezTo>
                      <a:lnTo>
                        <a:pt x="0" y="898858"/>
                      </a:lnTo>
                      <a:cubicBezTo>
                        <a:pt x="0" y="893246"/>
                        <a:pt x="4549" y="888698"/>
                        <a:pt x="10160" y="888698"/>
                      </a:cubicBezTo>
                      <a:lnTo>
                        <a:pt x="54661" y="888698"/>
                      </a:lnTo>
                      <a:lnTo>
                        <a:pt x="89645" y="817849"/>
                      </a:lnTo>
                      <a:cubicBezTo>
                        <a:pt x="91348" y="814405"/>
                        <a:pt x="94847" y="812217"/>
                        <a:pt x="98687" y="812193"/>
                      </a:cubicBezTo>
                      <a:lnTo>
                        <a:pt x="268766" y="812193"/>
                      </a:lnTo>
                      <a:lnTo>
                        <a:pt x="268766" y="832513"/>
                      </a:lnTo>
                      <a:lnTo>
                        <a:pt x="105021" y="832513"/>
                      </a:lnTo>
                      <a:lnTo>
                        <a:pt x="77284" y="888698"/>
                      </a:lnTo>
                      <a:lnTo>
                        <a:pt x="743238" y="888698"/>
                      </a:lnTo>
                      <a:lnTo>
                        <a:pt x="715501" y="832513"/>
                      </a:lnTo>
                      <a:lnTo>
                        <a:pt x="561882" y="832513"/>
                      </a:lnTo>
                      <a:lnTo>
                        <a:pt x="561882" y="858015"/>
                      </a:lnTo>
                      <a:lnTo>
                        <a:pt x="541562" y="858015"/>
                      </a:lnTo>
                      <a:lnTo>
                        <a:pt x="541562" y="822353"/>
                      </a:lnTo>
                      <a:cubicBezTo>
                        <a:pt x="541562" y="816741"/>
                        <a:pt x="546110" y="812193"/>
                        <a:pt x="551722" y="812193"/>
                      </a:cubicBezTo>
                      <a:lnTo>
                        <a:pt x="721834" y="812193"/>
                      </a:lnTo>
                      <a:cubicBezTo>
                        <a:pt x="725698" y="812193"/>
                        <a:pt x="729231" y="814384"/>
                        <a:pt x="730944" y="817849"/>
                      </a:cubicBezTo>
                      <a:lnTo>
                        <a:pt x="765861" y="888698"/>
                      </a:lnTo>
                      <a:lnTo>
                        <a:pt x="810328" y="888698"/>
                      </a:lnTo>
                      <a:cubicBezTo>
                        <a:pt x="815939" y="888678"/>
                        <a:pt x="820501" y="893212"/>
                        <a:pt x="820522" y="898824"/>
                      </a:cubicBezTo>
                      <a:cubicBezTo>
                        <a:pt x="820522" y="898834"/>
                        <a:pt x="820522" y="898848"/>
                        <a:pt x="820522" y="898858"/>
                      </a:cubicBezTo>
                      <a:close/>
                      <a:moveTo>
                        <a:pt x="298975" y="783102"/>
                      </a:moveTo>
                      <a:cubicBezTo>
                        <a:pt x="304140" y="785300"/>
                        <a:pt x="310104" y="782895"/>
                        <a:pt x="312301" y="777730"/>
                      </a:cubicBezTo>
                      <a:cubicBezTo>
                        <a:pt x="313839" y="774120"/>
                        <a:pt x="313158" y="769951"/>
                        <a:pt x="310557" y="767015"/>
                      </a:cubicBezTo>
                      <a:cubicBezTo>
                        <a:pt x="289120" y="742695"/>
                        <a:pt x="277304" y="711382"/>
                        <a:pt x="277334" y="678962"/>
                      </a:cubicBezTo>
                      <a:cubicBezTo>
                        <a:pt x="277334" y="614615"/>
                        <a:pt x="380492" y="471867"/>
                        <a:pt x="410430" y="431735"/>
                      </a:cubicBezTo>
                      <a:cubicBezTo>
                        <a:pt x="431326" y="459709"/>
                        <a:pt x="488019" y="537975"/>
                        <a:pt x="520294" y="604828"/>
                      </a:cubicBezTo>
                      <a:lnTo>
                        <a:pt x="538615" y="595988"/>
                      </a:lnTo>
                      <a:cubicBezTo>
                        <a:pt x="497772" y="511322"/>
                        <a:pt x="421674" y="412804"/>
                        <a:pt x="418457" y="408672"/>
                      </a:cubicBezTo>
                      <a:cubicBezTo>
                        <a:pt x="415016" y="404239"/>
                        <a:pt x="408635" y="403433"/>
                        <a:pt x="404202" y="406874"/>
                      </a:cubicBezTo>
                      <a:cubicBezTo>
                        <a:pt x="403528" y="407395"/>
                        <a:pt x="402925" y="408001"/>
                        <a:pt x="402404" y="408672"/>
                      </a:cubicBezTo>
                      <a:cubicBezTo>
                        <a:pt x="396477" y="416326"/>
                        <a:pt x="257014" y="597241"/>
                        <a:pt x="257014" y="678894"/>
                      </a:cubicBezTo>
                      <a:cubicBezTo>
                        <a:pt x="257007" y="702475"/>
                        <a:pt x="262457" y="725738"/>
                        <a:pt x="272931" y="746864"/>
                      </a:cubicBezTo>
                      <a:cubicBezTo>
                        <a:pt x="193061" y="698757"/>
                        <a:pt x="144276" y="612282"/>
                        <a:pt x="144407" y="519043"/>
                      </a:cubicBezTo>
                      <a:cubicBezTo>
                        <a:pt x="144238" y="386354"/>
                        <a:pt x="364981" y="86972"/>
                        <a:pt x="410261" y="26927"/>
                      </a:cubicBezTo>
                      <a:cubicBezTo>
                        <a:pt x="455541" y="86905"/>
                        <a:pt x="676284" y="386286"/>
                        <a:pt x="676284" y="519179"/>
                      </a:cubicBezTo>
                      <a:cubicBezTo>
                        <a:pt x="676419" y="626174"/>
                        <a:pt x="612340" y="722802"/>
                        <a:pt x="513723" y="764306"/>
                      </a:cubicBezTo>
                      <a:lnTo>
                        <a:pt x="521648" y="783034"/>
                      </a:lnTo>
                      <a:cubicBezTo>
                        <a:pt x="627746" y="738310"/>
                        <a:pt x="696675" y="634319"/>
                        <a:pt x="696536" y="519179"/>
                      </a:cubicBezTo>
                      <a:cubicBezTo>
                        <a:pt x="696536" y="364950"/>
                        <a:pt x="429599" y="18596"/>
                        <a:pt x="418220" y="3931"/>
                      </a:cubicBezTo>
                      <a:cubicBezTo>
                        <a:pt x="414779" y="-502"/>
                        <a:pt x="408398" y="-1306"/>
                        <a:pt x="403965" y="2134"/>
                      </a:cubicBezTo>
                      <a:cubicBezTo>
                        <a:pt x="403291" y="2656"/>
                        <a:pt x="402688" y="3259"/>
                        <a:pt x="402167" y="3931"/>
                      </a:cubicBezTo>
                      <a:cubicBezTo>
                        <a:pt x="390787" y="18596"/>
                        <a:pt x="123850" y="364950"/>
                        <a:pt x="123850" y="519179"/>
                      </a:cubicBezTo>
                      <a:cubicBezTo>
                        <a:pt x="123697" y="634359"/>
                        <a:pt x="192659" y="738388"/>
                        <a:pt x="298806" y="783102"/>
                      </a:cubicBezTo>
                      <a:close/>
                    </a:path>
                  </a:pathLst>
                </a:custGeom>
                <a:grpFill/>
                <a:ln w="33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858" name="Rechteck 1857">
                <a:extLst>
                  <a:ext uri="{FF2B5EF4-FFF2-40B4-BE49-F238E27FC236}">
                    <a16:creationId xmlns:a16="http://schemas.microsoft.com/office/drawing/2014/main" id="{1D060B22-1C04-DD18-9649-084C8DBC8235}"/>
                  </a:ext>
                </a:extLst>
              </p:cNvPr>
              <p:cNvSpPr/>
              <p:nvPr/>
            </p:nvSpPr>
            <p:spPr>
              <a:xfrm>
                <a:off x="3607366" y="1982624"/>
                <a:ext cx="797945" cy="1053557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859" name="Rechteck 1858">
                <a:extLst>
                  <a:ext uri="{FF2B5EF4-FFF2-40B4-BE49-F238E27FC236}">
                    <a16:creationId xmlns:a16="http://schemas.microsoft.com/office/drawing/2014/main" id="{9CC0BE80-87C7-5AE5-A161-2E8D03D47502}"/>
                  </a:ext>
                </a:extLst>
              </p:cNvPr>
              <p:cNvSpPr/>
              <p:nvPr/>
            </p:nvSpPr>
            <p:spPr>
              <a:xfrm>
                <a:off x="4405311" y="2642503"/>
                <a:ext cx="142873" cy="393678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860" name="Rechteck 1859">
                <a:extLst>
                  <a:ext uri="{FF2B5EF4-FFF2-40B4-BE49-F238E27FC236}">
                    <a16:creationId xmlns:a16="http://schemas.microsoft.com/office/drawing/2014/main" id="{E576363B-3FB4-5837-439D-5E7B0F40DEEB}"/>
                  </a:ext>
                </a:extLst>
              </p:cNvPr>
              <p:cNvSpPr/>
              <p:nvPr/>
            </p:nvSpPr>
            <p:spPr>
              <a:xfrm>
                <a:off x="4492531" y="2709520"/>
                <a:ext cx="45719" cy="259643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867" name="Textfeld 1866">
              <a:extLst>
                <a:ext uri="{FF2B5EF4-FFF2-40B4-BE49-F238E27FC236}">
                  <a16:creationId xmlns:a16="http://schemas.microsoft.com/office/drawing/2014/main" id="{0F3C2310-EA54-A861-F2AE-F7720B2C98A9}"/>
                </a:ext>
              </a:extLst>
            </p:cNvPr>
            <p:cNvSpPr txBox="1"/>
            <p:nvPr/>
          </p:nvSpPr>
          <p:spPr>
            <a:xfrm>
              <a:off x="10091324" y="-1285393"/>
              <a:ext cx="8596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CHP</a:t>
              </a:r>
            </a:p>
          </p:txBody>
        </p:sp>
        <p:sp>
          <p:nvSpPr>
            <p:cNvPr id="1868" name="Textfeld 1867">
              <a:extLst>
                <a:ext uri="{FF2B5EF4-FFF2-40B4-BE49-F238E27FC236}">
                  <a16:creationId xmlns:a16="http://schemas.microsoft.com/office/drawing/2014/main" id="{41DE13B6-3F5F-7D54-98E6-B9D0658DA961}"/>
                </a:ext>
              </a:extLst>
            </p:cNvPr>
            <p:cNvSpPr txBox="1"/>
            <p:nvPr/>
          </p:nvSpPr>
          <p:spPr>
            <a:xfrm>
              <a:off x="9968396" y="-656832"/>
              <a:ext cx="991253" cy="61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Boiler</a:t>
              </a:r>
            </a:p>
          </p:txBody>
        </p:sp>
        <p:cxnSp>
          <p:nvCxnSpPr>
            <p:cNvPr id="1869" name="Gerader Verbinder 1868">
              <a:extLst>
                <a:ext uri="{FF2B5EF4-FFF2-40B4-BE49-F238E27FC236}">
                  <a16:creationId xmlns:a16="http://schemas.microsoft.com/office/drawing/2014/main" id="{2BE14C99-3B74-E7A1-59B0-5A10C18BAB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451022" y="-1007985"/>
              <a:ext cx="456015" cy="375740"/>
            </a:xfrm>
            <a:prstGeom prst="line">
              <a:avLst/>
            </a:prstGeom>
            <a:noFill/>
            <a:ln w="9525" cap="flat" cmpd="sng" algn="ctr">
              <a:solidFill>
                <a:srgbClr val="005B7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870" name="Gerader Verbinder 1869">
              <a:extLst>
                <a:ext uri="{FF2B5EF4-FFF2-40B4-BE49-F238E27FC236}">
                  <a16:creationId xmlns:a16="http://schemas.microsoft.com/office/drawing/2014/main" id="{5EA96985-89E4-8B48-4CAB-8C90FAA675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444672" y="-950835"/>
              <a:ext cx="454837" cy="375794"/>
            </a:xfrm>
            <a:prstGeom prst="line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871" name="Gerader Verbinder 1870">
              <a:extLst>
                <a:ext uri="{FF2B5EF4-FFF2-40B4-BE49-F238E27FC236}">
                  <a16:creationId xmlns:a16="http://schemas.microsoft.com/office/drawing/2014/main" id="{1D38CD98-C712-BEEF-0D13-F1C3820CE268}"/>
                </a:ext>
              </a:extLst>
            </p:cNvPr>
            <p:cNvCxnSpPr>
              <a:cxnSpLocks/>
              <a:endCxn id="1855" idx="3"/>
            </p:cNvCxnSpPr>
            <p:nvPr/>
          </p:nvCxnSpPr>
          <p:spPr>
            <a:xfrm flipH="1">
              <a:off x="11453884" y="-521117"/>
              <a:ext cx="445625" cy="211778"/>
            </a:xfrm>
            <a:prstGeom prst="line">
              <a:avLst/>
            </a:prstGeom>
            <a:noFill/>
            <a:ln w="9525" cap="flat" cmpd="sng" algn="ctr">
              <a:solidFill>
                <a:srgbClr val="005B7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872" name="Gerader Verbinder 1871">
              <a:extLst>
                <a:ext uri="{FF2B5EF4-FFF2-40B4-BE49-F238E27FC236}">
                  <a16:creationId xmlns:a16="http://schemas.microsoft.com/office/drawing/2014/main" id="{EDCE6FB9-98A7-39AC-B372-09C32C29D3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47847" y="-491881"/>
              <a:ext cx="487334" cy="236371"/>
            </a:xfrm>
            <a:prstGeom prst="line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873" name="Gerader Verbinder 1872">
              <a:extLst>
                <a:ext uri="{FF2B5EF4-FFF2-40B4-BE49-F238E27FC236}">
                  <a16:creationId xmlns:a16="http://schemas.microsoft.com/office/drawing/2014/main" id="{A092CDA5-8B89-857C-3C71-F28AED115FF5}"/>
                </a:ext>
              </a:extLst>
            </p:cNvPr>
            <p:cNvCxnSpPr>
              <a:cxnSpLocks/>
              <a:stCxn id="1840" idx="2"/>
            </p:cNvCxnSpPr>
            <p:nvPr/>
          </p:nvCxnSpPr>
          <p:spPr>
            <a:xfrm flipH="1" flipV="1">
              <a:off x="11914750" y="-550913"/>
              <a:ext cx="415580" cy="100428"/>
            </a:xfrm>
            <a:prstGeom prst="line">
              <a:avLst/>
            </a:prstGeom>
            <a:noFill/>
            <a:ln w="9525" cap="flat" cmpd="sng" algn="ctr">
              <a:solidFill>
                <a:srgbClr val="005B7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874" name="Gerader Verbinder 1873">
              <a:extLst>
                <a:ext uri="{FF2B5EF4-FFF2-40B4-BE49-F238E27FC236}">
                  <a16:creationId xmlns:a16="http://schemas.microsoft.com/office/drawing/2014/main" id="{7D02A615-DFCA-163C-B5BC-A939B2E1B637}"/>
                </a:ext>
              </a:extLst>
            </p:cNvPr>
            <p:cNvCxnSpPr>
              <a:cxnSpLocks/>
              <a:stCxn id="1841" idx="2"/>
            </p:cNvCxnSpPr>
            <p:nvPr/>
          </p:nvCxnSpPr>
          <p:spPr>
            <a:xfrm flipH="1">
              <a:off x="11913074" y="-707090"/>
              <a:ext cx="417256" cy="144058"/>
            </a:xfrm>
            <a:prstGeom prst="line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1875" name="Ellipse 1874">
              <a:extLst>
                <a:ext uri="{FF2B5EF4-FFF2-40B4-BE49-F238E27FC236}">
                  <a16:creationId xmlns:a16="http://schemas.microsoft.com/office/drawing/2014/main" id="{53C2D49B-DF08-CB7C-B31B-EF2F849E4D42}"/>
                </a:ext>
              </a:extLst>
            </p:cNvPr>
            <p:cNvSpPr/>
            <p:nvPr/>
          </p:nvSpPr>
          <p:spPr>
            <a:xfrm>
              <a:off x="11840725" y="-627390"/>
              <a:ext cx="180000" cy="18000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76" name="Ellipse 1875">
              <a:extLst>
                <a:ext uri="{FF2B5EF4-FFF2-40B4-BE49-F238E27FC236}">
                  <a16:creationId xmlns:a16="http://schemas.microsoft.com/office/drawing/2014/main" id="{E03C614A-825F-A698-805B-8E35656C9D03}"/>
                </a:ext>
              </a:extLst>
            </p:cNvPr>
            <p:cNvSpPr/>
            <p:nvPr/>
          </p:nvSpPr>
          <p:spPr>
            <a:xfrm>
              <a:off x="11750725" y="201069"/>
              <a:ext cx="180000" cy="18000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77" name="Ellipse 1876">
              <a:extLst>
                <a:ext uri="{FF2B5EF4-FFF2-40B4-BE49-F238E27FC236}">
                  <a16:creationId xmlns:a16="http://schemas.microsoft.com/office/drawing/2014/main" id="{25A8E0F3-360C-78A5-1204-2A1229D36F13}"/>
                </a:ext>
              </a:extLst>
            </p:cNvPr>
            <p:cNvSpPr/>
            <p:nvPr/>
          </p:nvSpPr>
          <p:spPr>
            <a:xfrm>
              <a:off x="11357847" y="837268"/>
              <a:ext cx="180000" cy="180001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78" name="Ellipse 1877">
              <a:extLst>
                <a:ext uri="{FF2B5EF4-FFF2-40B4-BE49-F238E27FC236}">
                  <a16:creationId xmlns:a16="http://schemas.microsoft.com/office/drawing/2014/main" id="{E971FEC2-A89B-7CE1-714B-625E8192B58A}"/>
                </a:ext>
              </a:extLst>
            </p:cNvPr>
            <p:cNvSpPr/>
            <p:nvPr/>
          </p:nvSpPr>
          <p:spPr>
            <a:xfrm>
              <a:off x="10352194" y="592152"/>
              <a:ext cx="180000" cy="180001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79" name="Ellipse 1878">
              <a:extLst>
                <a:ext uri="{FF2B5EF4-FFF2-40B4-BE49-F238E27FC236}">
                  <a16:creationId xmlns:a16="http://schemas.microsoft.com/office/drawing/2014/main" id="{D380EAAF-786E-D6B4-AA83-77DAC55B0EE6}"/>
                </a:ext>
              </a:extLst>
            </p:cNvPr>
            <p:cNvSpPr/>
            <p:nvPr/>
          </p:nvSpPr>
          <p:spPr>
            <a:xfrm>
              <a:off x="9521136" y="557922"/>
              <a:ext cx="180000" cy="180001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80" name="Ellipse 1879">
              <a:extLst>
                <a:ext uri="{FF2B5EF4-FFF2-40B4-BE49-F238E27FC236}">
                  <a16:creationId xmlns:a16="http://schemas.microsoft.com/office/drawing/2014/main" id="{561F5BB0-EF1D-7167-FA29-CA4B4EB30207}"/>
                </a:ext>
              </a:extLst>
            </p:cNvPr>
            <p:cNvSpPr/>
            <p:nvPr/>
          </p:nvSpPr>
          <p:spPr>
            <a:xfrm>
              <a:off x="9762812" y="95896"/>
              <a:ext cx="180000" cy="18000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81" name="Ellipse 1880">
              <a:extLst>
                <a:ext uri="{FF2B5EF4-FFF2-40B4-BE49-F238E27FC236}">
                  <a16:creationId xmlns:a16="http://schemas.microsoft.com/office/drawing/2014/main" id="{51678E75-4968-D62C-412D-706ED975D89F}"/>
                </a:ext>
              </a:extLst>
            </p:cNvPr>
            <p:cNvSpPr/>
            <p:nvPr/>
          </p:nvSpPr>
          <p:spPr>
            <a:xfrm>
              <a:off x="11930489" y="1229854"/>
              <a:ext cx="180000" cy="18000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82" name="Ellipse 1881">
              <a:extLst>
                <a:ext uri="{FF2B5EF4-FFF2-40B4-BE49-F238E27FC236}">
                  <a16:creationId xmlns:a16="http://schemas.microsoft.com/office/drawing/2014/main" id="{21BB7ACF-9580-CFA5-8E73-40301CD6E87E}"/>
                </a:ext>
              </a:extLst>
            </p:cNvPr>
            <p:cNvSpPr/>
            <p:nvPr/>
          </p:nvSpPr>
          <p:spPr>
            <a:xfrm>
              <a:off x="11633607" y="16523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83" name="Ellipse 1882">
              <a:extLst>
                <a:ext uri="{FF2B5EF4-FFF2-40B4-BE49-F238E27FC236}">
                  <a16:creationId xmlns:a16="http://schemas.microsoft.com/office/drawing/2014/main" id="{39F7EA89-C57E-719F-C323-1D8AEB090717}"/>
                </a:ext>
              </a:extLst>
            </p:cNvPr>
            <p:cNvSpPr/>
            <p:nvPr/>
          </p:nvSpPr>
          <p:spPr>
            <a:xfrm>
              <a:off x="10799339" y="1457045"/>
              <a:ext cx="180000" cy="17999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84" name="Ellipse 1883">
              <a:extLst>
                <a:ext uri="{FF2B5EF4-FFF2-40B4-BE49-F238E27FC236}">
                  <a16:creationId xmlns:a16="http://schemas.microsoft.com/office/drawing/2014/main" id="{9B0B18B3-5055-349E-0FE5-37BA1367D04B}"/>
                </a:ext>
              </a:extLst>
            </p:cNvPr>
            <p:cNvSpPr/>
            <p:nvPr/>
          </p:nvSpPr>
          <p:spPr>
            <a:xfrm>
              <a:off x="10820114" y="1953151"/>
              <a:ext cx="180000" cy="180001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85" name="Ellipse 1884">
              <a:extLst>
                <a:ext uri="{FF2B5EF4-FFF2-40B4-BE49-F238E27FC236}">
                  <a16:creationId xmlns:a16="http://schemas.microsoft.com/office/drawing/2014/main" id="{7CF0FC5D-3AD7-95DD-0815-E9B1AB1319B1}"/>
                </a:ext>
              </a:extLst>
            </p:cNvPr>
            <p:cNvSpPr/>
            <p:nvPr/>
          </p:nvSpPr>
          <p:spPr>
            <a:xfrm>
              <a:off x="11354672" y="2324553"/>
              <a:ext cx="180000" cy="18000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86" name="Ellipse 1885">
              <a:extLst>
                <a:ext uri="{FF2B5EF4-FFF2-40B4-BE49-F238E27FC236}">
                  <a16:creationId xmlns:a16="http://schemas.microsoft.com/office/drawing/2014/main" id="{5B2853C7-FEE2-C421-DCDC-0668F0ABA096}"/>
                </a:ext>
              </a:extLst>
            </p:cNvPr>
            <p:cNvSpPr/>
            <p:nvPr/>
          </p:nvSpPr>
          <p:spPr>
            <a:xfrm>
              <a:off x="10489100" y="2533621"/>
              <a:ext cx="180000" cy="17999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87" name="Ellipse 1886">
              <a:extLst>
                <a:ext uri="{FF2B5EF4-FFF2-40B4-BE49-F238E27FC236}">
                  <a16:creationId xmlns:a16="http://schemas.microsoft.com/office/drawing/2014/main" id="{43161446-C72D-2083-8ED7-8B231DF91394}"/>
                </a:ext>
              </a:extLst>
            </p:cNvPr>
            <p:cNvSpPr/>
            <p:nvPr/>
          </p:nvSpPr>
          <p:spPr>
            <a:xfrm>
              <a:off x="9360466" y="1867066"/>
              <a:ext cx="180000" cy="180001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88" name="Ellipse 1887">
              <a:extLst>
                <a:ext uri="{FF2B5EF4-FFF2-40B4-BE49-F238E27FC236}">
                  <a16:creationId xmlns:a16="http://schemas.microsoft.com/office/drawing/2014/main" id="{8BDA17FC-7526-3A1A-D166-04FF3A9C3563}"/>
                </a:ext>
              </a:extLst>
            </p:cNvPr>
            <p:cNvSpPr/>
            <p:nvPr/>
          </p:nvSpPr>
          <p:spPr>
            <a:xfrm>
              <a:off x="9960083" y="2267416"/>
              <a:ext cx="180000" cy="18000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89" name="Ellipse 1888">
              <a:extLst>
                <a:ext uri="{FF2B5EF4-FFF2-40B4-BE49-F238E27FC236}">
                  <a16:creationId xmlns:a16="http://schemas.microsoft.com/office/drawing/2014/main" id="{91C8A683-7766-A554-FE0E-EE00FA06BA69}"/>
                </a:ext>
              </a:extLst>
            </p:cNvPr>
            <p:cNvSpPr/>
            <p:nvPr/>
          </p:nvSpPr>
          <p:spPr>
            <a:xfrm>
              <a:off x="10883991" y="748315"/>
              <a:ext cx="180000" cy="18000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90" name="Rechteck: abgerundete Ecken 1889">
              <a:extLst>
                <a:ext uri="{FF2B5EF4-FFF2-40B4-BE49-F238E27FC236}">
                  <a16:creationId xmlns:a16="http://schemas.microsoft.com/office/drawing/2014/main" id="{24D33157-67D3-6E3A-0812-C9C93CE8B08C}"/>
                </a:ext>
              </a:extLst>
            </p:cNvPr>
            <p:cNvSpPr/>
            <p:nvPr/>
          </p:nvSpPr>
          <p:spPr>
            <a:xfrm>
              <a:off x="10089495" y="1409854"/>
              <a:ext cx="589660" cy="367469"/>
            </a:xfrm>
            <a:prstGeom prst="round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1891" name="ee4p_icon_group">
              <a:extLst>
                <a:ext uri="{FF2B5EF4-FFF2-40B4-BE49-F238E27FC236}">
                  <a16:creationId xmlns:a16="http://schemas.microsoft.com/office/drawing/2014/main" id="{DDE550B2-E569-ED5A-2F80-9CB27604A3A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175696" y="1484081"/>
              <a:ext cx="219012" cy="219012"/>
              <a:chOff x="4031948" y="2889067"/>
              <a:chExt cx="1080000" cy="1079999"/>
            </a:xfrm>
            <a:solidFill>
              <a:sysClr val="windowText" lastClr="000000">
                <a:lumMod val="95000"/>
                <a:lumOff val="5000"/>
              </a:sysClr>
            </a:solidFill>
          </p:grpSpPr>
          <p:grpSp>
            <p:nvGrpSpPr>
              <p:cNvPr id="1892" name="ee4p_icon_frame">
                <a:extLst>
                  <a:ext uri="{FF2B5EF4-FFF2-40B4-BE49-F238E27FC236}">
                    <a16:creationId xmlns:a16="http://schemas.microsoft.com/office/drawing/2014/main" id="{297E8F5D-847F-6F82-CF74-28BCF4A979F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031948" y="2889067"/>
                <a:ext cx="1080000" cy="1079999"/>
                <a:chOff x="4737100" y="1701800"/>
                <a:chExt cx="1098550" cy="1098550"/>
              </a:xfrm>
              <a:grpFill/>
            </p:grpSpPr>
            <p:cxnSp>
              <p:nvCxnSpPr>
                <p:cNvPr id="1894" name="ee4p_icon_frame_top">
                  <a:extLst>
                    <a:ext uri="{FF2B5EF4-FFF2-40B4-BE49-F238E27FC236}">
                      <a16:creationId xmlns:a16="http://schemas.microsoft.com/office/drawing/2014/main" id="{1990FB13-3368-55E9-6D20-117CC104E26F}"/>
                    </a:ext>
                  </a:extLst>
                </p:cNvPr>
                <p:cNvCxnSpPr/>
                <p:nvPr/>
              </p:nvCxnSpPr>
              <p:spPr>
                <a:xfrm>
                  <a:off x="4737100" y="1701800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1895" name="ee4p_icon_frame_bottom">
                  <a:extLst>
                    <a:ext uri="{FF2B5EF4-FFF2-40B4-BE49-F238E27FC236}">
                      <a16:creationId xmlns:a16="http://schemas.microsoft.com/office/drawing/2014/main" id="{E16CD644-1A2C-EBAD-B78B-69474C95F31C}"/>
                    </a:ext>
                  </a:extLst>
                </p:cNvPr>
                <p:cNvCxnSpPr/>
                <p:nvPr/>
              </p:nvCxnSpPr>
              <p:spPr>
                <a:xfrm>
                  <a:off x="4737100" y="2800350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1896" name="ee4p_icon_frame_left">
                  <a:extLst>
                    <a:ext uri="{FF2B5EF4-FFF2-40B4-BE49-F238E27FC236}">
                      <a16:creationId xmlns:a16="http://schemas.microsoft.com/office/drawing/2014/main" id="{FFA99C4B-E2C0-5B75-76AC-223AB5F23F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187825" y="2251075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1897" name="ee4p_icon_frame_right">
                  <a:extLst>
                    <a:ext uri="{FF2B5EF4-FFF2-40B4-BE49-F238E27FC236}">
                      <a16:creationId xmlns:a16="http://schemas.microsoft.com/office/drawing/2014/main" id="{F7FE468C-CFA5-FE1E-8781-5550DB7737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5286375" y="2251075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</p:grpSp>
          <p:sp>
            <p:nvSpPr>
              <p:cNvPr id="1893" name="ee4p_icon">
                <a:extLst>
                  <a:ext uri="{FF2B5EF4-FFF2-40B4-BE49-F238E27FC236}">
                    <a16:creationId xmlns:a16="http://schemas.microsoft.com/office/drawing/2014/main" id="{8DC78433-3DC9-DB41-E2C3-3C84086C0AB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063790" y="2933155"/>
                <a:ext cx="1016317" cy="991821"/>
              </a:xfrm>
              <a:custGeom>
                <a:avLst/>
                <a:gdLst>
                  <a:gd name="connsiteX0" fmla="*/ 719165 w 1016317"/>
                  <a:gd name="connsiteY0" fmla="*/ 485922 h 991821"/>
                  <a:gd name="connsiteX1" fmla="*/ 719572 w 1016317"/>
                  <a:gd name="connsiteY1" fmla="*/ 506242 h 991821"/>
                  <a:gd name="connsiteX2" fmla="*/ 966799 w 1016317"/>
                  <a:gd name="connsiteY2" fmla="*/ 576515 h 991821"/>
                  <a:gd name="connsiteX3" fmla="*/ 992707 w 1016317"/>
                  <a:gd name="connsiteY3" fmla="*/ 695624 h 991821"/>
                  <a:gd name="connsiteX4" fmla="*/ 798413 w 1016317"/>
                  <a:gd name="connsiteY4" fmla="*/ 955246 h 991821"/>
                  <a:gd name="connsiteX5" fmla="*/ 673310 w 1016317"/>
                  <a:gd name="connsiteY5" fmla="*/ 958429 h 991821"/>
                  <a:gd name="connsiteX6" fmla="*/ 625693 w 1016317"/>
                  <a:gd name="connsiteY6" fmla="*/ 819915 h 991821"/>
                  <a:gd name="connsiteX7" fmla="*/ 565919 w 1016317"/>
                  <a:gd name="connsiteY7" fmla="*/ 646382 h 991821"/>
                  <a:gd name="connsiteX8" fmla="*/ 643406 w 1016317"/>
                  <a:gd name="connsiteY8" fmla="*/ 490534 h 991821"/>
                  <a:gd name="connsiteX9" fmla="*/ 627488 w 1016317"/>
                  <a:gd name="connsiteY9" fmla="*/ 459032 h 991821"/>
                  <a:gd name="connsiteX10" fmla="*/ 748325 w 1016317"/>
                  <a:gd name="connsiteY10" fmla="*/ 321838 h 991821"/>
                  <a:gd name="connsiteX11" fmla="*/ 856224 w 1016317"/>
                  <a:gd name="connsiteY11" fmla="*/ 201205 h 991821"/>
                  <a:gd name="connsiteX12" fmla="*/ 787441 w 1016317"/>
                  <a:gd name="connsiteY12" fmla="*/ 73900 h 991821"/>
                  <a:gd name="connsiteX13" fmla="*/ 447623 w 1016317"/>
                  <a:gd name="connsiteY13" fmla="*/ 20831 h 991821"/>
                  <a:gd name="connsiteX14" fmla="*/ 331832 w 1016317"/>
                  <a:gd name="connsiteY14" fmla="*/ 191417 h 991821"/>
                  <a:gd name="connsiteX15" fmla="*/ 352152 w 1016317"/>
                  <a:gd name="connsiteY15" fmla="*/ 189927 h 991821"/>
                  <a:gd name="connsiteX16" fmla="*/ 454023 w 1016317"/>
                  <a:gd name="connsiteY16" fmla="*/ 40135 h 991821"/>
                  <a:gd name="connsiteX17" fmla="*/ 774436 w 1016317"/>
                  <a:gd name="connsiteY17" fmla="*/ 89445 h 991821"/>
                  <a:gd name="connsiteX18" fmla="*/ 836107 w 1016317"/>
                  <a:gd name="connsiteY18" fmla="*/ 198428 h 991821"/>
                  <a:gd name="connsiteX19" fmla="*/ 736234 w 1016317"/>
                  <a:gd name="connsiteY19" fmla="*/ 305582 h 991821"/>
                  <a:gd name="connsiteX20" fmla="*/ 611165 w 1016317"/>
                  <a:gd name="connsiteY20" fmla="*/ 440032 h 991821"/>
                  <a:gd name="connsiteX21" fmla="*/ 452838 w 1016317"/>
                  <a:gd name="connsiteY21" fmla="*/ 430956 h 991821"/>
                  <a:gd name="connsiteX22" fmla="*/ 374775 w 1016317"/>
                  <a:gd name="connsiteY22" fmla="*/ 284246 h 991821"/>
                  <a:gd name="connsiteX23" fmla="*/ 355810 w 1016317"/>
                  <a:gd name="connsiteY23" fmla="*/ 291425 h 991821"/>
                  <a:gd name="connsiteX24" fmla="*/ 437598 w 1016317"/>
                  <a:gd name="connsiteY24" fmla="*/ 444604 h 991821"/>
                  <a:gd name="connsiteX25" fmla="*/ 412638 w 1016317"/>
                  <a:gd name="connsiteY25" fmla="*/ 482941 h 991821"/>
                  <a:gd name="connsiteX26" fmla="*/ 231960 w 1016317"/>
                  <a:gd name="connsiteY26" fmla="*/ 455543 h 991821"/>
                  <a:gd name="connsiteX27" fmla="*/ 72211 w 1016317"/>
                  <a:gd name="connsiteY27" fmla="*/ 430211 h 991821"/>
                  <a:gd name="connsiteX28" fmla="*/ 2310 w 1016317"/>
                  <a:gd name="connsiteY28" fmla="*/ 556805 h 991821"/>
                  <a:gd name="connsiteX29" fmla="*/ 141603 w 1016317"/>
                  <a:gd name="connsiteY29" fmla="*/ 871290 h 991821"/>
                  <a:gd name="connsiteX30" fmla="*/ 247708 w 1016317"/>
                  <a:gd name="connsiteY30" fmla="*/ 913421 h 991821"/>
                  <a:gd name="connsiteX31" fmla="*/ 353575 w 1016317"/>
                  <a:gd name="connsiteY31" fmla="*/ 871765 h 991821"/>
                  <a:gd name="connsiteX32" fmla="*/ 340875 w 1016317"/>
                  <a:gd name="connsiteY32" fmla="*/ 855915 h 991821"/>
                  <a:gd name="connsiteX33" fmla="*/ 154371 w 1016317"/>
                  <a:gd name="connsiteY33" fmla="*/ 855644 h 991821"/>
                  <a:gd name="connsiteX34" fmla="*/ 22460 w 1016317"/>
                  <a:gd name="connsiteY34" fmla="*/ 559446 h 991821"/>
                  <a:gd name="connsiteX35" fmla="*/ 80677 w 1016317"/>
                  <a:gd name="connsiteY35" fmla="*/ 448634 h 991821"/>
                  <a:gd name="connsiteX36" fmla="*/ 224848 w 1016317"/>
                  <a:gd name="connsiteY36" fmla="*/ 474610 h 991821"/>
                  <a:gd name="connsiteX37" fmla="*/ 405492 w 1016317"/>
                  <a:gd name="connsiteY37" fmla="*/ 507054 h 991821"/>
                  <a:gd name="connsiteX38" fmla="*/ 483623 w 1016317"/>
                  <a:gd name="connsiteY38" fmla="*/ 645095 h 991821"/>
                  <a:gd name="connsiteX39" fmla="*/ 399938 w 1016317"/>
                  <a:gd name="connsiteY39" fmla="*/ 793567 h 991821"/>
                  <a:gd name="connsiteX40" fmla="*/ 416127 w 1016317"/>
                  <a:gd name="connsiteY40" fmla="*/ 805826 h 991821"/>
                  <a:gd name="connsiteX41" fmla="*/ 503367 w 1016317"/>
                  <a:gd name="connsiteY41" fmla="*/ 650615 h 991821"/>
                  <a:gd name="connsiteX42" fmla="*/ 526633 w 1016317"/>
                  <a:gd name="connsiteY42" fmla="*/ 652851 h 991821"/>
                  <a:gd name="connsiteX43" fmla="*/ 541501 w 1016317"/>
                  <a:gd name="connsiteY43" fmla="*/ 651936 h 991821"/>
                  <a:gd name="connsiteX44" fmla="*/ 605848 w 1016317"/>
                  <a:gd name="connsiteY44" fmla="*/ 823031 h 991821"/>
                  <a:gd name="connsiteX45" fmla="*/ 661626 w 1016317"/>
                  <a:gd name="connsiteY45" fmla="*/ 974889 h 991821"/>
                  <a:gd name="connsiteX46" fmla="*/ 723297 w 1016317"/>
                  <a:gd name="connsiteY46" fmla="*/ 991822 h 991821"/>
                  <a:gd name="connsiteX47" fmla="*/ 806237 w 1016317"/>
                  <a:gd name="connsiteY47" fmla="*/ 974076 h 991821"/>
                  <a:gd name="connsiteX48" fmla="*/ 1012823 w 1016317"/>
                  <a:gd name="connsiteY48" fmla="*/ 699045 h 991821"/>
                  <a:gd name="connsiteX49" fmla="*/ 982343 w 1016317"/>
                  <a:gd name="connsiteY49" fmla="*/ 563205 h 991821"/>
                  <a:gd name="connsiteX50" fmla="*/ 719165 w 1016317"/>
                  <a:gd name="connsiteY50" fmla="*/ 485922 h 991821"/>
                  <a:gd name="connsiteX51" fmla="*/ 423713 w 1016317"/>
                  <a:gd name="connsiteY51" fmla="*/ 529711 h 991821"/>
                  <a:gd name="connsiteX52" fmla="*/ 526633 w 1016317"/>
                  <a:gd name="connsiteY52" fmla="*/ 426723 h 991821"/>
                  <a:gd name="connsiteX53" fmla="*/ 629622 w 1016317"/>
                  <a:gd name="connsiteY53" fmla="*/ 529644 h 991821"/>
                  <a:gd name="connsiteX54" fmla="*/ 526701 w 1016317"/>
                  <a:gd name="connsiteY54" fmla="*/ 632632 h 991821"/>
                  <a:gd name="connsiteX55" fmla="*/ 526633 w 1016317"/>
                  <a:gd name="connsiteY55" fmla="*/ 632632 h 991821"/>
                  <a:gd name="connsiteX56" fmla="*/ 423713 w 1016317"/>
                  <a:gd name="connsiteY56" fmla="*/ 529711 h 991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1016317" h="991821">
                    <a:moveTo>
                      <a:pt x="719165" y="485922"/>
                    </a:moveTo>
                    <a:lnTo>
                      <a:pt x="719572" y="506242"/>
                    </a:lnTo>
                    <a:cubicBezTo>
                      <a:pt x="788321" y="504921"/>
                      <a:pt x="911765" y="512270"/>
                      <a:pt x="966799" y="576515"/>
                    </a:cubicBezTo>
                    <a:cubicBezTo>
                      <a:pt x="992503" y="606453"/>
                      <a:pt x="1001207" y="646551"/>
                      <a:pt x="992707" y="695624"/>
                    </a:cubicBezTo>
                    <a:cubicBezTo>
                      <a:pt x="961414" y="875964"/>
                      <a:pt x="836107" y="939938"/>
                      <a:pt x="798413" y="955246"/>
                    </a:cubicBezTo>
                    <a:cubicBezTo>
                      <a:pt x="748054" y="975735"/>
                      <a:pt x="698913" y="976988"/>
                      <a:pt x="673310" y="958429"/>
                    </a:cubicBezTo>
                    <a:cubicBezTo>
                      <a:pt x="643846" y="937127"/>
                      <a:pt x="635041" y="880197"/>
                      <a:pt x="625693" y="819915"/>
                    </a:cubicBezTo>
                    <a:cubicBezTo>
                      <a:pt x="615533" y="753739"/>
                      <a:pt x="604832" y="685600"/>
                      <a:pt x="565919" y="646382"/>
                    </a:cubicBezTo>
                    <a:cubicBezTo>
                      <a:pt x="630354" y="624745"/>
                      <a:pt x="665047" y="554966"/>
                      <a:pt x="643406" y="490534"/>
                    </a:cubicBezTo>
                    <a:cubicBezTo>
                      <a:pt x="639643" y="479321"/>
                      <a:pt x="634279" y="468714"/>
                      <a:pt x="627488" y="459032"/>
                    </a:cubicBezTo>
                    <a:cubicBezTo>
                      <a:pt x="635345" y="406606"/>
                      <a:pt x="692749" y="363528"/>
                      <a:pt x="748325" y="321838"/>
                    </a:cubicBezTo>
                    <a:cubicBezTo>
                      <a:pt x="800716" y="282654"/>
                      <a:pt x="850263" y="245604"/>
                      <a:pt x="856224" y="201205"/>
                    </a:cubicBezTo>
                    <a:cubicBezTo>
                      <a:pt x="861575" y="162529"/>
                      <a:pt x="835193" y="113727"/>
                      <a:pt x="787441" y="73900"/>
                    </a:cubicBezTo>
                    <a:cubicBezTo>
                      <a:pt x="698676" y="-133"/>
                      <a:pt x="571642" y="-19945"/>
                      <a:pt x="447623" y="20831"/>
                    </a:cubicBezTo>
                    <a:cubicBezTo>
                      <a:pt x="365564" y="47924"/>
                      <a:pt x="325533" y="106818"/>
                      <a:pt x="331832" y="191417"/>
                    </a:cubicBezTo>
                    <a:lnTo>
                      <a:pt x="352152" y="189927"/>
                    </a:lnTo>
                    <a:cubicBezTo>
                      <a:pt x="346463" y="113558"/>
                      <a:pt x="379788" y="64620"/>
                      <a:pt x="454023" y="40135"/>
                    </a:cubicBezTo>
                    <a:cubicBezTo>
                      <a:pt x="627827" y="-17032"/>
                      <a:pt x="743211" y="63469"/>
                      <a:pt x="774436" y="89445"/>
                    </a:cubicBezTo>
                    <a:cubicBezTo>
                      <a:pt x="816397" y="124361"/>
                      <a:pt x="840408" y="167101"/>
                      <a:pt x="836107" y="198428"/>
                    </a:cubicBezTo>
                    <a:cubicBezTo>
                      <a:pt x="831129" y="234428"/>
                      <a:pt x="785036" y="268938"/>
                      <a:pt x="736234" y="305582"/>
                    </a:cubicBezTo>
                    <a:cubicBezTo>
                      <a:pt x="682657" y="345781"/>
                      <a:pt x="627455" y="387200"/>
                      <a:pt x="611165" y="440032"/>
                    </a:cubicBezTo>
                    <a:cubicBezTo>
                      <a:pt x="567643" y="398847"/>
                      <a:pt x="500780" y="395017"/>
                      <a:pt x="452838" y="430956"/>
                    </a:cubicBezTo>
                    <a:cubicBezTo>
                      <a:pt x="438038" y="409417"/>
                      <a:pt x="399735" y="350523"/>
                      <a:pt x="374775" y="284246"/>
                    </a:cubicBezTo>
                    <a:lnTo>
                      <a:pt x="355810" y="291425"/>
                    </a:lnTo>
                    <a:cubicBezTo>
                      <a:pt x="382700" y="362782"/>
                      <a:pt x="423340" y="424183"/>
                      <a:pt x="437598" y="444604"/>
                    </a:cubicBezTo>
                    <a:cubicBezTo>
                      <a:pt x="426971" y="455723"/>
                      <a:pt x="418504" y="468724"/>
                      <a:pt x="412638" y="482941"/>
                    </a:cubicBezTo>
                    <a:cubicBezTo>
                      <a:pt x="364311" y="504650"/>
                      <a:pt x="297085" y="479724"/>
                      <a:pt x="231960" y="455543"/>
                    </a:cubicBezTo>
                    <a:cubicBezTo>
                      <a:pt x="170695" y="432785"/>
                      <a:pt x="112851" y="411313"/>
                      <a:pt x="72211" y="430211"/>
                    </a:cubicBezTo>
                    <a:cubicBezTo>
                      <a:pt x="36684" y="446670"/>
                      <a:pt x="9930" y="495201"/>
                      <a:pt x="2310" y="556805"/>
                    </a:cubicBezTo>
                    <a:cubicBezTo>
                      <a:pt x="-11914" y="671511"/>
                      <a:pt x="40173" y="789062"/>
                      <a:pt x="141603" y="871290"/>
                    </a:cubicBezTo>
                    <a:cubicBezTo>
                      <a:pt x="176249" y="899366"/>
                      <a:pt x="211944" y="913421"/>
                      <a:pt x="247708" y="913421"/>
                    </a:cubicBezTo>
                    <a:cubicBezTo>
                      <a:pt x="283471" y="913421"/>
                      <a:pt x="318828" y="899535"/>
                      <a:pt x="353575" y="871765"/>
                    </a:cubicBezTo>
                    <a:lnTo>
                      <a:pt x="340875" y="855915"/>
                    </a:lnTo>
                    <a:cubicBezTo>
                      <a:pt x="278763" y="905631"/>
                      <a:pt x="216042" y="905631"/>
                      <a:pt x="154371" y="855644"/>
                    </a:cubicBezTo>
                    <a:cubicBezTo>
                      <a:pt x="12131" y="740497"/>
                      <a:pt x="17482" y="599781"/>
                      <a:pt x="22460" y="559446"/>
                    </a:cubicBezTo>
                    <a:cubicBezTo>
                      <a:pt x="29234" y="505429"/>
                      <a:pt x="51992" y="461944"/>
                      <a:pt x="80677" y="448634"/>
                    </a:cubicBezTo>
                    <a:cubicBezTo>
                      <a:pt x="113629" y="433327"/>
                      <a:pt x="167647" y="453376"/>
                      <a:pt x="224848" y="474610"/>
                    </a:cubicBezTo>
                    <a:cubicBezTo>
                      <a:pt x="287603" y="497910"/>
                      <a:pt x="352254" y="522024"/>
                      <a:pt x="405492" y="507054"/>
                    </a:cubicBezTo>
                    <a:cubicBezTo>
                      <a:pt x="394472" y="565952"/>
                      <a:pt x="427455" y="624226"/>
                      <a:pt x="483623" y="645095"/>
                    </a:cubicBezTo>
                    <a:cubicBezTo>
                      <a:pt x="473293" y="669716"/>
                      <a:pt x="443559" y="735892"/>
                      <a:pt x="399938" y="793567"/>
                    </a:cubicBezTo>
                    <a:lnTo>
                      <a:pt x="416127" y="805826"/>
                    </a:lnTo>
                    <a:cubicBezTo>
                      <a:pt x="463066" y="743749"/>
                      <a:pt x="493681" y="674187"/>
                      <a:pt x="503367" y="650615"/>
                    </a:cubicBezTo>
                    <a:cubicBezTo>
                      <a:pt x="511034" y="652099"/>
                      <a:pt x="518824" y="652847"/>
                      <a:pt x="526633" y="652851"/>
                    </a:cubicBezTo>
                    <a:cubicBezTo>
                      <a:pt x="531602" y="652837"/>
                      <a:pt x="536567" y="652532"/>
                      <a:pt x="541501" y="651936"/>
                    </a:cubicBezTo>
                    <a:cubicBezTo>
                      <a:pt x="584037" y="683534"/>
                      <a:pt x="595078" y="754417"/>
                      <a:pt x="605848" y="823031"/>
                    </a:cubicBezTo>
                    <a:cubicBezTo>
                      <a:pt x="616008" y="887614"/>
                      <a:pt x="625321" y="948608"/>
                      <a:pt x="661626" y="974889"/>
                    </a:cubicBezTo>
                    <a:cubicBezTo>
                      <a:pt x="677239" y="986200"/>
                      <a:pt x="698676" y="991822"/>
                      <a:pt x="723297" y="991822"/>
                    </a:cubicBezTo>
                    <a:cubicBezTo>
                      <a:pt x="751820" y="991236"/>
                      <a:pt x="779970" y="985211"/>
                      <a:pt x="806237" y="974076"/>
                    </a:cubicBezTo>
                    <a:cubicBezTo>
                      <a:pt x="913255" y="930523"/>
                      <a:pt x="990505" y="827738"/>
                      <a:pt x="1012823" y="699045"/>
                    </a:cubicBezTo>
                    <a:cubicBezTo>
                      <a:pt x="1022441" y="643673"/>
                      <a:pt x="1012180" y="597987"/>
                      <a:pt x="982343" y="563205"/>
                    </a:cubicBezTo>
                    <a:cubicBezTo>
                      <a:pt x="924770" y="496251"/>
                      <a:pt x="807456" y="484161"/>
                      <a:pt x="719165" y="485922"/>
                    </a:cubicBezTo>
                    <a:close/>
                    <a:moveTo>
                      <a:pt x="423713" y="529711"/>
                    </a:moveTo>
                    <a:cubicBezTo>
                      <a:pt x="423692" y="472853"/>
                      <a:pt x="469775" y="426743"/>
                      <a:pt x="526633" y="426723"/>
                    </a:cubicBezTo>
                    <a:cubicBezTo>
                      <a:pt x="583492" y="426702"/>
                      <a:pt x="629602" y="472785"/>
                      <a:pt x="629622" y="529644"/>
                    </a:cubicBezTo>
                    <a:cubicBezTo>
                      <a:pt x="629642" y="586502"/>
                      <a:pt x="583560" y="632612"/>
                      <a:pt x="526701" y="632632"/>
                    </a:cubicBezTo>
                    <a:cubicBezTo>
                      <a:pt x="526678" y="632632"/>
                      <a:pt x="526657" y="632632"/>
                      <a:pt x="526633" y="632632"/>
                    </a:cubicBezTo>
                    <a:cubicBezTo>
                      <a:pt x="469815" y="632575"/>
                      <a:pt x="423770" y="586529"/>
                      <a:pt x="423713" y="529711"/>
                    </a:cubicBezTo>
                    <a:close/>
                  </a:path>
                </a:pathLst>
              </a:custGeom>
              <a:grpFill/>
              <a:ln w="33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898" name="Ellipse 1897">
              <a:extLst>
                <a:ext uri="{FF2B5EF4-FFF2-40B4-BE49-F238E27FC236}">
                  <a16:creationId xmlns:a16="http://schemas.microsoft.com/office/drawing/2014/main" id="{494CEB66-077C-07EE-B15A-58F6F5AB5169}"/>
                </a:ext>
              </a:extLst>
            </p:cNvPr>
            <p:cNvSpPr/>
            <p:nvPr/>
          </p:nvSpPr>
          <p:spPr>
            <a:xfrm>
              <a:off x="10131378" y="1448309"/>
              <a:ext cx="307648" cy="290557"/>
            </a:xfrm>
            <a:prstGeom prst="ellips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899" name="Gerader Verbinder 1898">
              <a:extLst>
                <a:ext uri="{FF2B5EF4-FFF2-40B4-BE49-F238E27FC236}">
                  <a16:creationId xmlns:a16="http://schemas.microsoft.com/office/drawing/2014/main" id="{C1CF5916-E77E-5DF7-829F-7DD0A59BBAA5}"/>
                </a:ext>
              </a:extLst>
            </p:cNvPr>
            <p:cNvCxnSpPr>
              <a:cxnSpLocks/>
            </p:cNvCxnSpPr>
            <p:nvPr/>
          </p:nvCxnSpPr>
          <p:spPr>
            <a:xfrm>
              <a:off x="10489100" y="1409854"/>
              <a:ext cx="0" cy="367469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900" name="Gerader Verbinder 1899">
              <a:extLst>
                <a:ext uri="{FF2B5EF4-FFF2-40B4-BE49-F238E27FC236}">
                  <a16:creationId xmlns:a16="http://schemas.microsoft.com/office/drawing/2014/main" id="{FAFBDC68-FCB1-F021-77D0-8CC0983C20EF}"/>
                </a:ext>
              </a:extLst>
            </p:cNvPr>
            <p:cNvCxnSpPr>
              <a:cxnSpLocks/>
            </p:cNvCxnSpPr>
            <p:nvPr/>
          </p:nvCxnSpPr>
          <p:spPr>
            <a:xfrm>
              <a:off x="10535034" y="1448309"/>
              <a:ext cx="90889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901" name="Gerader Verbinder 1900">
              <a:extLst>
                <a:ext uri="{FF2B5EF4-FFF2-40B4-BE49-F238E27FC236}">
                  <a16:creationId xmlns:a16="http://schemas.microsoft.com/office/drawing/2014/main" id="{1FAC2586-7E11-D36F-16E0-6BFAFCD230CC}"/>
                </a:ext>
              </a:extLst>
            </p:cNvPr>
            <p:cNvCxnSpPr>
              <a:cxnSpLocks/>
            </p:cNvCxnSpPr>
            <p:nvPr/>
          </p:nvCxnSpPr>
          <p:spPr>
            <a:xfrm>
              <a:off x="10535033" y="1493022"/>
              <a:ext cx="90889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902" name="Gerader Verbinder 1901">
              <a:extLst>
                <a:ext uri="{FF2B5EF4-FFF2-40B4-BE49-F238E27FC236}">
                  <a16:creationId xmlns:a16="http://schemas.microsoft.com/office/drawing/2014/main" id="{5146000E-FE14-BF60-C435-DFFD31392D47}"/>
                </a:ext>
              </a:extLst>
            </p:cNvPr>
            <p:cNvCxnSpPr>
              <a:cxnSpLocks/>
            </p:cNvCxnSpPr>
            <p:nvPr/>
          </p:nvCxnSpPr>
          <p:spPr>
            <a:xfrm>
              <a:off x="10535033" y="1471079"/>
              <a:ext cx="90889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1903" name="Textfeld 1902">
              <a:extLst>
                <a:ext uri="{FF2B5EF4-FFF2-40B4-BE49-F238E27FC236}">
                  <a16:creationId xmlns:a16="http://schemas.microsoft.com/office/drawing/2014/main" id="{7B1E9C87-9634-3782-F0F8-37806D8D5861}"/>
                </a:ext>
              </a:extLst>
            </p:cNvPr>
            <p:cNvSpPr txBox="1"/>
            <p:nvPr/>
          </p:nvSpPr>
          <p:spPr>
            <a:xfrm>
              <a:off x="9540740" y="1301940"/>
              <a:ext cx="8596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HP</a:t>
              </a:r>
            </a:p>
          </p:txBody>
        </p:sp>
      </p:grpSp>
      <p:sp>
        <p:nvSpPr>
          <p:cNvPr id="1904" name="Textfeld 1903">
            <a:extLst>
              <a:ext uri="{FF2B5EF4-FFF2-40B4-BE49-F238E27FC236}">
                <a16:creationId xmlns:a16="http://schemas.microsoft.com/office/drawing/2014/main" id="{C59F88A6-EA75-1AFE-6055-1DB8F9C0BA27}"/>
              </a:ext>
            </a:extLst>
          </p:cNvPr>
          <p:cNvSpPr txBox="1"/>
          <p:nvPr/>
        </p:nvSpPr>
        <p:spPr>
          <a:xfrm>
            <a:off x="8353661" y="3595324"/>
            <a:ext cx="38346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topolpgy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resolution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pPr algn="ctr"/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 thermo-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hydraulic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physics</a:t>
            </a:r>
            <a:endParaRPr lang="de-DE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05" name="Picture 2" descr="Python (programming language) - Wikipedia">
            <a:extLst>
              <a:ext uri="{FF2B5EF4-FFF2-40B4-BE49-F238E27FC236}">
                <a16:creationId xmlns:a16="http://schemas.microsoft.com/office/drawing/2014/main" id="{D34FB2EF-2BD4-3718-67D5-DEEBE170A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16" y="776005"/>
            <a:ext cx="299849" cy="299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6" name="Picture 4" descr="Pyomo">
            <a:extLst>
              <a:ext uri="{FF2B5EF4-FFF2-40B4-BE49-F238E27FC236}">
                <a16:creationId xmlns:a16="http://schemas.microsoft.com/office/drawing/2014/main" id="{98CAD593-406E-1182-04E9-880F5996D8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30"/>
          <a:stretch>
            <a:fillRect/>
          </a:stretch>
        </p:blipFill>
        <p:spPr bwMode="auto">
          <a:xfrm>
            <a:off x="-2902" y="932125"/>
            <a:ext cx="555293" cy="603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07" name="Rechteck 1906">
            <a:extLst>
              <a:ext uri="{FF2B5EF4-FFF2-40B4-BE49-F238E27FC236}">
                <a16:creationId xmlns:a16="http://schemas.microsoft.com/office/drawing/2014/main" id="{F4880C2E-244F-F85E-B8C4-93C116BB9314}"/>
              </a:ext>
            </a:extLst>
          </p:cNvPr>
          <p:cNvSpPr/>
          <p:nvPr/>
        </p:nvSpPr>
        <p:spPr>
          <a:xfrm>
            <a:off x="6395762" y="5262006"/>
            <a:ext cx="714376" cy="921192"/>
          </a:xfrm>
          <a:prstGeom prst="rect">
            <a:avLst/>
          </a:prstGeom>
          <a:solidFill>
            <a:sysClr val="windowText" lastClr="000000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Com 45 Light"/>
              <a:ea typeface="+mn-ea"/>
              <a:cs typeface="+mn-cs"/>
            </a:endParaRPr>
          </a:p>
        </p:txBody>
      </p:sp>
      <p:sp>
        <p:nvSpPr>
          <p:cNvPr id="1908" name="Rechteck 1907">
            <a:extLst>
              <a:ext uri="{FF2B5EF4-FFF2-40B4-BE49-F238E27FC236}">
                <a16:creationId xmlns:a16="http://schemas.microsoft.com/office/drawing/2014/main" id="{CAF19EAE-DCF4-A398-866C-A74ED478B351}"/>
              </a:ext>
            </a:extLst>
          </p:cNvPr>
          <p:cNvSpPr/>
          <p:nvPr/>
        </p:nvSpPr>
        <p:spPr>
          <a:xfrm>
            <a:off x="5046910" y="5280167"/>
            <a:ext cx="714376" cy="907972"/>
          </a:xfrm>
          <a:prstGeom prst="rect">
            <a:avLst/>
          </a:prstGeom>
          <a:solidFill>
            <a:sysClr val="windowText" lastClr="000000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Com 45 Light"/>
              <a:ea typeface="+mn-ea"/>
              <a:cs typeface="+mn-cs"/>
            </a:endParaRPr>
          </a:p>
        </p:txBody>
      </p:sp>
      <p:sp>
        <p:nvSpPr>
          <p:cNvPr id="1909" name="Rechteck 1908">
            <a:extLst>
              <a:ext uri="{FF2B5EF4-FFF2-40B4-BE49-F238E27FC236}">
                <a16:creationId xmlns:a16="http://schemas.microsoft.com/office/drawing/2014/main" id="{370164DA-E771-862E-CF23-F8474B4E16F1}"/>
              </a:ext>
            </a:extLst>
          </p:cNvPr>
          <p:cNvSpPr/>
          <p:nvPr/>
        </p:nvSpPr>
        <p:spPr>
          <a:xfrm>
            <a:off x="3761896" y="5291409"/>
            <a:ext cx="714376" cy="896730"/>
          </a:xfrm>
          <a:prstGeom prst="rect">
            <a:avLst/>
          </a:prstGeom>
          <a:solidFill>
            <a:sysClr val="windowText" lastClr="000000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0" marR="0" lvl="0" indent="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Tx/>
              <a:buNone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Com 45 Light"/>
              <a:ea typeface="+mn-ea"/>
              <a:cs typeface="+mn-cs"/>
            </a:endParaRPr>
          </a:p>
        </p:txBody>
      </p:sp>
      <p:sp>
        <p:nvSpPr>
          <p:cNvPr id="1910" name="Rechteck 1909">
            <a:extLst>
              <a:ext uri="{FF2B5EF4-FFF2-40B4-BE49-F238E27FC236}">
                <a16:creationId xmlns:a16="http://schemas.microsoft.com/office/drawing/2014/main" id="{1C915028-F1D7-5D1C-602A-5EF56B483ADC}"/>
              </a:ext>
            </a:extLst>
          </p:cNvPr>
          <p:cNvSpPr/>
          <p:nvPr/>
        </p:nvSpPr>
        <p:spPr>
          <a:xfrm>
            <a:off x="2468712" y="5415947"/>
            <a:ext cx="714376" cy="762254"/>
          </a:xfrm>
          <a:prstGeom prst="rect">
            <a:avLst/>
          </a:prstGeom>
          <a:solidFill>
            <a:sysClr val="windowText" lastClr="000000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Com 45 Light"/>
              <a:ea typeface="+mn-ea"/>
              <a:cs typeface="+mn-cs"/>
            </a:endParaRPr>
          </a:p>
        </p:txBody>
      </p:sp>
      <p:cxnSp>
        <p:nvCxnSpPr>
          <p:cNvPr id="1911" name="Gerade Verbindung mit Pfeil 1910">
            <a:extLst>
              <a:ext uri="{FF2B5EF4-FFF2-40B4-BE49-F238E27FC236}">
                <a16:creationId xmlns:a16="http://schemas.microsoft.com/office/drawing/2014/main" id="{10E5A156-5DEF-541D-EFC1-547724EFB71A}"/>
              </a:ext>
            </a:extLst>
          </p:cNvPr>
          <p:cNvCxnSpPr>
            <a:cxnSpLocks/>
          </p:cNvCxnSpPr>
          <p:nvPr/>
        </p:nvCxnSpPr>
        <p:spPr>
          <a:xfrm flipV="1">
            <a:off x="2100040" y="5417367"/>
            <a:ext cx="368300" cy="288925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912" name="Textfeld 1911">
            <a:extLst>
              <a:ext uri="{FF2B5EF4-FFF2-40B4-BE49-F238E27FC236}">
                <a16:creationId xmlns:a16="http://schemas.microsoft.com/office/drawing/2014/main" id="{26BD533E-85E5-162F-DCD8-879F17B4BD0A}"/>
              </a:ext>
            </a:extLst>
          </p:cNvPr>
          <p:cNvSpPr txBox="1"/>
          <p:nvPr/>
        </p:nvSpPr>
        <p:spPr>
          <a:xfrm>
            <a:off x="2266915" y="5080008"/>
            <a:ext cx="11178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+ 10,5%</a:t>
            </a:r>
          </a:p>
        </p:txBody>
      </p:sp>
      <p:sp>
        <p:nvSpPr>
          <p:cNvPr id="1913" name="Textfeld 1912">
            <a:extLst>
              <a:ext uri="{FF2B5EF4-FFF2-40B4-BE49-F238E27FC236}">
                <a16:creationId xmlns:a16="http://schemas.microsoft.com/office/drawing/2014/main" id="{3AD121F6-0F60-2989-0973-3E707BC23700}"/>
              </a:ext>
            </a:extLst>
          </p:cNvPr>
          <p:cNvSpPr txBox="1"/>
          <p:nvPr/>
        </p:nvSpPr>
        <p:spPr>
          <a:xfrm>
            <a:off x="3513298" y="4939235"/>
            <a:ext cx="12146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+ 13,0%</a:t>
            </a:r>
          </a:p>
        </p:txBody>
      </p:sp>
      <p:sp>
        <p:nvSpPr>
          <p:cNvPr id="1914" name="Textfeld 1913">
            <a:extLst>
              <a:ext uri="{FF2B5EF4-FFF2-40B4-BE49-F238E27FC236}">
                <a16:creationId xmlns:a16="http://schemas.microsoft.com/office/drawing/2014/main" id="{6CBE4406-0DBC-1F73-4003-737D68558195}"/>
              </a:ext>
            </a:extLst>
          </p:cNvPr>
          <p:cNvSpPr txBox="1"/>
          <p:nvPr/>
        </p:nvSpPr>
        <p:spPr>
          <a:xfrm>
            <a:off x="4700284" y="4939235"/>
            <a:ext cx="13101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+ 13,1%</a:t>
            </a:r>
          </a:p>
        </p:txBody>
      </p:sp>
      <p:sp>
        <p:nvSpPr>
          <p:cNvPr id="1915" name="Textfeld 1914">
            <a:extLst>
              <a:ext uri="{FF2B5EF4-FFF2-40B4-BE49-F238E27FC236}">
                <a16:creationId xmlns:a16="http://schemas.microsoft.com/office/drawing/2014/main" id="{600D9BB3-5129-6B03-2679-F73FAEB8BF0A}"/>
              </a:ext>
            </a:extLst>
          </p:cNvPr>
          <p:cNvSpPr txBox="1"/>
          <p:nvPr/>
        </p:nvSpPr>
        <p:spPr>
          <a:xfrm>
            <a:off x="6193565" y="4901135"/>
            <a:ext cx="11621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+ 13,5%</a:t>
            </a:r>
          </a:p>
        </p:txBody>
      </p:sp>
      <p:pic>
        <p:nvPicPr>
          <p:cNvPr id="1916" name="Grafik 1915" descr="Cloud Silhouette">
            <a:extLst>
              <a:ext uri="{FF2B5EF4-FFF2-40B4-BE49-F238E27FC236}">
                <a16:creationId xmlns:a16="http://schemas.microsoft.com/office/drawing/2014/main" id="{B51B9B6F-FD09-B5B5-DDEC-D242666A5A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84893" y="5252662"/>
            <a:ext cx="914400" cy="914400"/>
          </a:xfrm>
          <a:prstGeom prst="rect">
            <a:avLst/>
          </a:prstGeom>
        </p:spPr>
      </p:pic>
      <p:sp>
        <p:nvSpPr>
          <p:cNvPr id="1917" name="Textfeld 1916">
            <a:extLst>
              <a:ext uri="{FF2B5EF4-FFF2-40B4-BE49-F238E27FC236}">
                <a16:creationId xmlns:a16="http://schemas.microsoft.com/office/drawing/2014/main" id="{1F843958-B0EB-BDCF-9392-0093BB6E5925}"/>
              </a:ext>
            </a:extLst>
          </p:cNvPr>
          <p:cNvSpPr txBox="1"/>
          <p:nvPr/>
        </p:nvSpPr>
        <p:spPr>
          <a:xfrm>
            <a:off x="1269940" y="5577741"/>
            <a:ext cx="11178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r>
              <a:rPr lang="de-DE" sz="14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de-DE" sz="1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18" name="Textfeld 1917">
            <a:extLst>
              <a:ext uri="{FF2B5EF4-FFF2-40B4-BE49-F238E27FC236}">
                <a16:creationId xmlns:a16="http://schemas.microsoft.com/office/drawing/2014/main" id="{117F4DED-CCA8-33A9-F9C9-F0AEC6567F45}"/>
              </a:ext>
            </a:extLst>
          </p:cNvPr>
          <p:cNvSpPr txBox="1"/>
          <p:nvPr/>
        </p:nvSpPr>
        <p:spPr>
          <a:xfrm>
            <a:off x="744947" y="4938077"/>
            <a:ext cx="17221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74 t CO</a:t>
            </a:r>
            <a:r>
              <a:rPr lang="de-DE" sz="16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de-DE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underestimated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1919" name="Gerader Verbinder 1918">
            <a:extLst>
              <a:ext uri="{FF2B5EF4-FFF2-40B4-BE49-F238E27FC236}">
                <a16:creationId xmlns:a16="http://schemas.microsoft.com/office/drawing/2014/main" id="{3866AB80-4663-9714-564E-742A28EF9AB3}"/>
              </a:ext>
            </a:extLst>
          </p:cNvPr>
          <p:cNvCxnSpPr>
            <a:cxnSpLocks/>
          </p:cNvCxnSpPr>
          <p:nvPr/>
        </p:nvCxnSpPr>
        <p:spPr>
          <a:xfrm flipV="1">
            <a:off x="1445990" y="5913806"/>
            <a:ext cx="384991" cy="278261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920" name="Rechteck 1919">
            <a:extLst>
              <a:ext uri="{FF2B5EF4-FFF2-40B4-BE49-F238E27FC236}">
                <a16:creationId xmlns:a16="http://schemas.microsoft.com/office/drawing/2014/main" id="{79907E97-92AF-CA64-0D71-73FABBBBB3A9}"/>
              </a:ext>
            </a:extLst>
          </p:cNvPr>
          <p:cNvSpPr/>
          <p:nvPr/>
        </p:nvSpPr>
        <p:spPr>
          <a:xfrm>
            <a:off x="-2902" y="9818"/>
            <a:ext cx="12296502" cy="630860"/>
          </a:xfrm>
          <a:prstGeom prst="rect">
            <a:avLst/>
          </a:prstGeom>
          <a:solidFill>
            <a:sysClr val="windowText" lastClr="000000"/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0" marR="0" lvl="0" indent="0" algn="ctr" defTabSz="91440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600"/>
              </a:spcAft>
              <a:buClr>
                <a:srgbClr val="179C7D"/>
              </a:buClr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Topology Resolution Dominates Dispatch Accuracy in District Heating Networks with industrial loads: </a:t>
            </a:r>
          </a:p>
          <a:p>
            <a:pPr marL="0" marR="0" lvl="0" indent="0" algn="ctr" defTabSz="91440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600"/>
              </a:spcAft>
              <a:buClr>
                <a:srgbClr val="179C7D"/>
              </a:buClr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 Five-Level MILP Comparison</a:t>
            </a:r>
            <a:endParaRPr kumimoji="0" lang="de-DE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921" name="Gerader Verbinder 1920">
            <a:extLst>
              <a:ext uri="{FF2B5EF4-FFF2-40B4-BE49-F238E27FC236}">
                <a16:creationId xmlns:a16="http://schemas.microsoft.com/office/drawing/2014/main" id="{7C092F4C-9299-0D53-994C-2F066D75D8DB}"/>
              </a:ext>
            </a:extLst>
          </p:cNvPr>
          <p:cNvCxnSpPr>
            <a:cxnSpLocks/>
          </p:cNvCxnSpPr>
          <p:nvPr/>
        </p:nvCxnSpPr>
        <p:spPr>
          <a:xfrm>
            <a:off x="2721" y="6553036"/>
            <a:ext cx="12170229" cy="0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922" name="Textfeld 1921">
            <a:extLst>
              <a:ext uri="{FF2B5EF4-FFF2-40B4-BE49-F238E27FC236}">
                <a16:creationId xmlns:a16="http://schemas.microsoft.com/office/drawing/2014/main" id="{AE4A5A8A-E095-4954-9D22-D2DCF275C8A6}"/>
              </a:ext>
            </a:extLst>
          </p:cNvPr>
          <p:cNvSpPr txBox="1"/>
          <p:nvPr/>
        </p:nvSpPr>
        <p:spPr>
          <a:xfrm>
            <a:off x="7648355" y="4165508"/>
            <a:ext cx="4543646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findings </a:t>
            </a:r>
          </a:p>
          <a:p>
            <a:pPr>
              <a:spcAft>
                <a:spcPts val="600"/>
              </a:spcAft>
            </a:pP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study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isolated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modeling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dimensions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DH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dispatch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topology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thermo-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hydraulics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Casestudy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heating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(12MW, 8760h) and 36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synthetic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grids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topology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dominates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thermo-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hydraulics</a:t>
            </a:r>
            <a:endParaRPr lang="de-DE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Copperplate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underestimate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13%</a:t>
            </a:r>
          </a:p>
        </p:txBody>
      </p:sp>
      <p:cxnSp>
        <p:nvCxnSpPr>
          <p:cNvPr id="1923" name="Gerader Verbinder 1922">
            <a:extLst>
              <a:ext uri="{FF2B5EF4-FFF2-40B4-BE49-F238E27FC236}">
                <a16:creationId xmlns:a16="http://schemas.microsoft.com/office/drawing/2014/main" id="{609EBC9E-35B7-68E6-25B2-6131433B6DD7}"/>
              </a:ext>
            </a:extLst>
          </p:cNvPr>
          <p:cNvCxnSpPr>
            <a:cxnSpLocks/>
          </p:cNvCxnSpPr>
          <p:nvPr/>
        </p:nvCxnSpPr>
        <p:spPr>
          <a:xfrm>
            <a:off x="998" y="4165800"/>
            <a:ext cx="12191002" cy="0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924" name="Gerader Verbinder 1923">
            <a:extLst>
              <a:ext uri="{FF2B5EF4-FFF2-40B4-BE49-F238E27FC236}">
                <a16:creationId xmlns:a16="http://schemas.microsoft.com/office/drawing/2014/main" id="{997F97AA-6BB9-8B17-CA12-CBB9AD480E96}"/>
              </a:ext>
            </a:extLst>
          </p:cNvPr>
          <p:cNvCxnSpPr>
            <a:cxnSpLocks/>
          </p:cNvCxnSpPr>
          <p:nvPr/>
        </p:nvCxnSpPr>
        <p:spPr>
          <a:xfrm>
            <a:off x="3969364" y="367657"/>
            <a:ext cx="0" cy="3780000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925" name="Gerader Verbinder 1924">
            <a:extLst>
              <a:ext uri="{FF2B5EF4-FFF2-40B4-BE49-F238E27FC236}">
                <a16:creationId xmlns:a16="http://schemas.microsoft.com/office/drawing/2014/main" id="{368121FD-7237-D894-E826-975A670BEE15}"/>
              </a:ext>
            </a:extLst>
          </p:cNvPr>
          <p:cNvCxnSpPr>
            <a:cxnSpLocks/>
          </p:cNvCxnSpPr>
          <p:nvPr/>
        </p:nvCxnSpPr>
        <p:spPr>
          <a:xfrm>
            <a:off x="8358670" y="370466"/>
            <a:ext cx="0" cy="3780000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926" name="Gleichschenkliges Dreieck 1925">
            <a:extLst>
              <a:ext uri="{FF2B5EF4-FFF2-40B4-BE49-F238E27FC236}">
                <a16:creationId xmlns:a16="http://schemas.microsoft.com/office/drawing/2014/main" id="{C92C2D05-4B0E-EFD9-51D9-F38F6DE25BCA}"/>
              </a:ext>
            </a:extLst>
          </p:cNvPr>
          <p:cNvSpPr/>
          <p:nvPr/>
        </p:nvSpPr>
        <p:spPr>
          <a:xfrm rot="5400000">
            <a:off x="3008673" y="2225434"/>
            <a:ext cx="2219063" cy="282288"/>
          </a:xfrm>
          <a:prstGeom prst="triangle">
            <a:avLst/>
          </a:prstGeom>
          <a:solidFill>
            <a:srgbClr val="000000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Com 45 Light"/>
              <a:ea typeface="+mn-ea"/>
              <a:cs typeface="+mn-cs"/>
            </a:endParaRPr>
          </a:p>
        </p:txBody>
      </p:sp>
      <p:graphicFrame>
        <p:nvGraphicFramePr>
          <p:cNvPr id="1927" name="Tabelle 1926">
            <a:extLst>
              <a:ext uri="{FF2B5EF4-FFF2-40B4-BE49-F238E27FC236}">
                <a16:creationId xmlns:a16="http://schemas.microsoft.com/office/drawing/2014/main" id="{F1E8E5BA-B99F-C940-846B-6F99907C27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491681"/>
              </p:ext>
            </p:extLst>
          </p:nvPr>
        </p:nvGraphicFramePr>
        <p:xfrm>
          <a:off x="828136" y="6191597"/>
          <a:ext cx="6624900" cy="370840"/>
        </p:xfrm>
        <a:graphic>
          <a:graphicData uri="http://schemas.openxmlformats.org/drawingml/2006/table">
            <a:tbl>
              <a:tblPr firstRow="1" bandRow="1"/>
              <a:tblGrid>
                <a:gridCol w="1324980">
                  <a:extLst>
                    <a:ext uri="{9D8B030D-6E8A-4147-A177-3AD203B41FA5}">
                      <a16:colId xmlns:a16="http://schemas.microsoft.com/office/drawing/2014/main" val="3717300826"/>
                    </a:ext>
                  </a:extLst>
                </a:gridCol>
                <a:gridCol w="1324980">
                  <a:extLst>
                    <a:ext uri="{9D8B030D-6E8A-4147-A177-3AD203B41FA5}">
                      <a16:colId xmlns:a16="http://schemas.microsoft.com/office/drawing/2014/main" val="3622427141"/>
                    </a:ext>
                  </a:extLst>
                </a:gridCol>
                <a:gridCol w="1324980">
                  <a:extLst>
                    <a:ext uri="{9D8B030D-6E8A-4147-A177-3AD203B41FA5}">
                      <a16:colId xmlns:a16="http://schemas.microsoft.com/office/drawing/2014/main" val="2653270280"/>
                    </a:ext>
                  </a:extLst>
                </a:gridCol>
                <a:gridCol w="1324980">
                  <a:extLst>
                    <a:ext uri="{9D8B030D-6E8A-4147-A177-3AD203B41FA5}">
                      <a16:colId xmlns:a16="http://schemas.microsoft.com/office/drawing/2014/main" val="1358291402"/>
                    </a:ext>
                  </a:extLst>
                </a:gridCol>
                <a:gridCol w="1324980">
                  <a:extLst>
                    <a:ext uri="{9D8B030D-6E8A-4147-A177-3AD203B41FA5}">
                      <a16:colId xmlns:a16="http://schemas.microsoft.com/office/drawing/2014/main" val="2253480797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9pPr>
                    </a:lstStyle>
                    <a:p>
                      <a:pPr algn="ctr"/>
                      <a:r>
                        <a:rPr lang="de-DE" dirty="0"/>
                        <a:t>L1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9pPr>
                    </a:lstStyle>
                    <a:p>
                      <a:pPr algn="ctr"/>
                      <a:r>
                        <a:rPr lang="de-DE" dirty="0"/>
                        <a:t>L2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9pPr>
                    </a:lstStyle>
                    <a:p>
                      <a:pPr algn="ctr"/>
                      <a:r>
                        <a:rPr lang="de-DE" dirty="0"/>
                        <a:t>L3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9pPr>
                    </a:lstStyle>
                    <a:p>
                      <a:pPr algn="ctr"/>
                      <a:r>
                        <a:rPr lang="de-DE" dirty="0"/>
                        <a:t>L3</a:t>
                      </a:r>
                      <a:r>
                        <a:rPr lang="de-DE" sz="1800" b="1" kern="1200" baseline="30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9pPr>
                    </a:lstStyle>
                    <a:p>
                      <a:pPr algn="ctr"/>
                      <a:r>
                        <a:rPr lang="de-DE" dirty="0"/>
                        <a:t>L3</a:t>
                      </a:r>
                      <a:r>
                        <a:rPr lang="de-DE" baseline="30000" dirty="0"/>
                        <a:t>NL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3104271"/>
                  </a:ext>
                </a:extLst>
              </a:tr>
            </a:tbl>
          </a:graphicData>
        </a:graphic>
      </p:graphicFrame>
      <p:cxnSp>
        <p:nvCxnSpPr>
          <p:cNvPr id="1928" name="Gerade Verbindung mit Pfeil 1927">
            <a:extLst>
              <a:ext uri="{FF2B5EF4-FFF2-40B4-BE49-F238E27FC236}">
                <a16:creationId xmlns:a16="http://schemas.microsoft.com/office/drawing/2014/main" id="{643EF107-1C85-03C3-4401-85D71B3026A7}"/>
              </a:ext>
            </a:extLst>
          </p:cNvPr>
          <p:cNvCxnSpPr/>
          <p:nvPr/>
        </p:nvCxnSpPr>
        <p:spPr>
          <a:xfrm flipV="1">
            <a:off x="839456" y="4814117"/>
            <a:ext cx="0" cy="137160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pic>
        <p:nvPicPr>
          <p:cNvPr id="1929" name="Grafik 1928">
            <a:extLst>
              <a:ext uri="{FF2B5EF4-FFF2-40B4-BE49-F238E27FC236}">
                <a16:creationId xmlns:a16="http://schemas.microsoft.com/office/drawing/2014/main" id="{881D20C3-F884-C6ED-B512-BFB69D5746A7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755" y="4743675"/>
            <a:ext cx="676369" cy="1619476"/>
          </a:xfrm>
          <a:prstGeom prst="rect">
            <a:avLst/>
          </a:prstGeom>
        </p:spPr>
      </p:pic>
      <p:sp>
        <p:nvSpPr>
          <p:cNvPr id="1930" name="Textfeld 1929">
            <a:extLst>
              <a:ext uri="{FF2B5EF4-FFF2-40B4-BE49-F238E27FC236}">
                <a16:creationId xmlns:a16="http://schemas.microsoft.com/office/drawing/2014/main" id="{EB035649-7F5D-24E2-6ECF-FDA26BDF128C}"/>
              </a:ext>
            </a:extLst>
          </p:cNvPr>
          <p:cNvSpPr txBox="1"/>
          <p:nvPr/>
        </p:nvSpPr>
        <p:spPr>
          <a:xfrm>
            <a:off x="870186" y="4508760"/>
            <a:ext cx="65169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pP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cumulative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cost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deviation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L1</a:t>
            </a:r>
          </a:p>
        </p:txBody>
      </p:sp>
      <p:sp>
        <p:nvSpPr>
          <p:cNvPr id="1931" name="Gleichschenkliges Dreieck 1930">
            <a:extLst>
              <a:ext uri="{FF2B5EF4-FFF2-40B4-BE49-F238E27FC236}">
                <a16:creationId xmlns:a16="http://schemas.microsoft.com/office/drawing/2014/main" id="{AF51F04A-169B-2AB1-0C89-3FC1E4795412}"/>
              </a:ext>
            </a:extLst>
          </p:cNvPr>
          <p:cNvSpPr/>
          <p:nvPr/>
        </p:nvSpPr>
        <p:spPr>
          <a:xfrm rot="5400000">
            <a:off x="7405059" y="2202126"/>
            <a:ext cx="2219063" cy="282288"/>
          </a:xfrm>
          <a:prstGeom prst="triangle">
            <a:avLst/>
          </a:prstGeom>
          <a:solidFill>
            <a:srgbClr val="000000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Com 45 Light"/>
              <a:ea typeface="+mn-ea"/>
              <a:cs typeface="+mn-cs"/>
            </a:endParaRPr>
          </a:p>
        </p:txBody>
      </p:sp>
      <p:sp>
        <p:nvSpPr>
          <p:cNvPr id="1932" name="Gleichschenkliges Dreieck 1931">
            <a:extLst>
              <a:ext uri="{FF2B5EF4-FFF2-40B4-BE49-F238E27FC236}">
                <a16:creationId xmlns:a16="http://schemas.microsoft.com/office/drawing/2014/main" id="{A9B71A67-062F-10AE-F320-48EC1A176CB1}"/>
              </a:ext>
            </a:extLst>
          </p:cNvPr>
          <p:cNvSpPr/>
          <p:nvPr/>
        </p:nvSpPr>
        <p:spPr>
          <a:xfrm rot="10800000">
            <a:off x="3009552" y="4169513"/>
            <a:ext cx="2219063" cy="282288"/>
          </a:xfrm>
          <a:prstGeom prst="triangle">
            <a:avLst/>
          </a:prstGeom>
          <a:solidFill>
            <a:srgbClr val="000000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Com 45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4993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rafik 289">
            <a:extLst>
              <a:ext uri="{FF2B5EF4-FFF2-40B4-BE49-F238E27FC236}">
                <a16:creationId xmlns:a16="http://schemas.microsoft.com/office/drawing/2014/main" id="{C7C5C769-62BF-DCD2-3C9A-F3DA66A8DB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-90240"/>
            <a:ext cx="12788900" cy="701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9036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</Words>
  <Application>Microsoft Office PowerPoint</Application>
  <PresentationFormat>Breitbild</PresentationFormat>
  <Paragraphs>40</Paragraphs>
  <Slides>2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Frutiger LT Com 45 Light</vt:lpstr>
      <vt:lpstr>Wingdings</vt:lpstr>
      <vt:lpstr>Office</vt:lpstr>
      <vt:lpstr>think-cell Folie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Ruess, Lukas</dc:creator>
  <cp:lastModifiedBy>Ruess, Lukas</cp:lastModifiedBy>
  <cp:revision>5</cp:revision>
  <cp:lastPrinted>2026-07-06T11:07:05Z</cp:lastPrinted>
  <dcterms:created xsi:type="dcterms:W3CDTF">2026-07-06T09:42:03Z</dcterms:created>
  <dcterms:modified xsi:type="dcterms:W3CDTF">2026-07-06T11:13:35Z</dcterms:modified>
</cp:coreProperties>
</file>